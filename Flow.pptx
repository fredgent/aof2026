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52"/>
  </p:normalViewPr>
  <p:slideViewPr>
    <p:cSldViewPr snapToGrid="0">
      <p:cViewPr varScale="1">
        <p:scale>
          <a:sx n="116" d="100"/>
          <a:sy n="116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F80D4-3721-E75B-BDA9-102C3E6258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1948CE-14AD-6FE3-4702-994BB21ACE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5B7C6-5B78-4965-1415-71B9CA18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28AA6-C7A3-644D-8AA2-3C453CE21A75}" type="datetimeFigureOut">
              <a:rPr lang="en-FI" smtClean="0"/>
              <a:t>7.5.2025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F9104-6139-771D-C614-5435B702A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D4F58-F89B-56AE-7119-9DDCE7C93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ED4E7-BFD7-AD49-B959-99B7D8486EB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971451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5DB18-C4DA-C91F-4C30-42B486601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5C394-CFA8-0028-6421-52F42E0E4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D15EE-BDDC-59A0-EB99-2D1ED2D56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28AA6-C7A3-644D-8AA2-3C453CE21A75}" type="datetimeFigureOut">
              <a:rPr lang="en-FI" smtClean="0"/>
              <a:t>7.5.2025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D536C-44F8-CF16-0927-8F1EB38BC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90BED-17EA-9C45-4DF8-F992916C0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ED4E7-BFD7-AD49-B959-99B7D8486EB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377860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FF326-D519-2574-975A-518592663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B92CD-B1CA-28A8-6DD1-9CE29E774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FF1F8-9FA8-87C5-81B6-425E2B01C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28AA6-C7A3-644D-8AA2-3C453CE21A75}" type="datetimeFigureOut">
              <a:rPr lang="en-FI" smtClean="0"/>
              <a:t>7.5.2025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59AE2-D6A9-9AAA-829F-51D5D73B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C8048-A037-A7C9-F05B-D1CE8691C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ED4E7-BFD7-AD49-B959-99B7D8486EB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493569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592E1-D76A-2F48-2D34-68B43361C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234AA-5091-7457-EAE3-18807C73BA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7D7EC-E233-188B-3E61-376927F95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76F6C-8B8D-FFA6-BA6F-C3CC24CFB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28AA6-C7A3-644D-8AA2-3C453CE21A75}" type="datetimeFigureOut">
              <a:rPr lang="en-FI" smtClean="0"/>
              <a:t>7.5.2025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0D2E7-47BC-1E40-6005-B1FB5822C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D46B6-D395-9690-BBA2-FCF792918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ED4E7-BFD7-AD49-B959-99B7D8486EB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14523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37415-FFDD-DD85-E09F-9881D23B2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458A2-268E-3A30-E4B8-4103DD1EA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479C71-2C0A-BB63-E244-577B6A2D4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D2C0E3-D129-B3C7-AB6B-5FC3EF8660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A2EE2A-2EEC-96C8-B7D2-183940DE5C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6B522B-820F-4450-168B-DF8ED5F4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28AA6-C7A3-644D-8AA2-3C453CE21A75}" type="datetimeFigureOut">
              <a:rPr lang="en-FI" smtClean="0"/>
              <a:t>7.5.2025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CEE4E6-E103-D891-E56D-DE8F20818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1F6FC-B2F1-8EEA-62F7-EADB03455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ED4E7-BFD7-AD49-B959-99B7D8486EB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625611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AE517-EDCD-52A4-38C9-AF6D7E989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9040E-BFEB-77B6-4817-EA5846421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28AA6-C7A3-644D-8AA2-3C453CE21A75}" type="datetimeFigureOut">
              <a:rPr lang="en-FI" smtClean="0"/>
              <a:t>7.5.2025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1B64EF-82A7-F232-E5F0-82445DA2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4D9870-B5F3-3B95-4ED2-8FA80A643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ED4E7-BFD7-AD49-B959-99B7D8486EB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388736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75A905-B5D3-4D7D-77A9-5C2C82041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28AA6-C7A3-644D-8AA2-3C453CE21A75}" type="datetimeFigureOut">
              <a:rPr lang="en-FI" smtClean="0"/>
              <a:t>7.5.2025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AABEB8-88F0-E245-8627-8A9C714BD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00144-A2DA-15C9-2D55-11A0B2416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ED4E7-BFD7-AD49-B959-99B7D8486EB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22418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E7149-34BE-27F0-A152-5287F8A32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1E009-FC7A-10E3-32BE-15349E74B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D23AD3-D8D4-C3BB-81AB-8D6C0E6FE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105DD-3B6B-89C2-E44B-823F93456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28AA6-C7A3-644D-8AA2-3C453CE21A75}" type="datetimeFigureOut">
              <a:rPr lang="en-FI" smtClean="0"/>
              <a:t>7.5.2025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D5876-9CB6-305C-F91E-5D362CF9F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AC1F4-4004-B682-DF0D-28CB2A200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ED4E7-BFD7-AD49-B959-99B7D8486EB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551010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19F4-AD72-4F07-5A2A-ED6C79FDB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C89A7D-6891-23C3-6DD6-6DFBEFA71C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06DF42-60FA-CEA1-B7B9-F44C44B51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EF527-1487-40A8-A5F4-B487A9EE7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28AA6-C7A3-644D-8AA2-3C453CE21A75}" type="datetimeFigureOut">
              <a:rPr lang="en-FI" smtClean="0"/>
              <a:t>7.5.2025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0AFBE-DB85-3729-616A-3563B0FE9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0CCD9-DD03-3996-9F42-302F90300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ED4E7-BFD7-AD49-B959-99B7D8486EB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815947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142B0-BE8C-1C99-58CD-6102576CE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55303F-21A4-2701-F97C-E1BEAE875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5AF11-C529-E1A7-1AC8-968E68276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28AA6-C7A3-644D-8AA2-3C453CE21A75}" type="datetimeFigureOut">
              <a:rPr lang="en-FI" smtClean="0"/>
              <a:t>7.5.2025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F8B2D-C623-3821-1CEE-D75E29258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AC155-5E99-E638-75E8-D0F9508A2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ED4E7-BFD7-AD49-B959-99B7D8486EB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049305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6D5AA2-D701-BCA9-AE76-12937FC97C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47D622-FE55-B82A-3986-2B8FB5C85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49EDF-1B0A-F41F-740F-FBDEDECF3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28AA6-C7A3-644D-8AA2-3C453CE21A75}" type="datetimeFigureOut">
              <a:rPr lang="en-FI" smtClean="0"/>
              <a:t>7.5.2025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3F678-3E82-DEB0-CCDB-8154DF0A5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B061F-47EE-3424-6124-8A665328E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ED4E7-BFD7-AD49-B959-99B7D8486EB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131259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7DAD2A-BED8-F951-C905-7A5185D53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2C5170-DA1F-6676-E3E4-EED9ADDAA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5A50A-9517-A95C-9C93-4758BBAC0B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28AA6-C7A3-644D-8AA2-3C453CE21A75}" type="datetimeFigureOut">
              <a:rPr lang="en-FI" smtClean="0"/>
              <a:t>7.5.2025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B38C4-4F79-19E1-BBA6-C69EE3099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55325-2DD9-C1B2-2728-5D7E0C858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5ED4E7-BFD7-AD49-B959-99B7D8486EB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75003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7BD96DD3-3FEE-A833-62F0-358D7C215279}"/>
              </a:ext>
            </a:extLst>
          </p:cNvPr>
          <p:cNvSpPr/>
          <p:nvPr/>
        </p:nvSpPr>
        <p:spPr>
          <a:xfrm>
            <a:off x="3624266" y="184590"/>
            <a:ext cx="4364491" cy="2428873"/>
          </a:xfrm>
          <a:prstGeom prst="ellipse">
            <a:avLst/>
          </a:prstGeom>
          <a:solidFill>
            <a:schemeClr val="accent1">
              <a:lumMod val="40000"/>
              <a:lumOff val="60000"/>
              <a:alpha val="4186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B1EDBD-3F1C-AEA0-B489-6C8A2FD54013}"/>
              </a:ext>
            </a:extLst>
          </p:cNvPr>
          <p:cNvSpPr/>
          <p:nvPr/>
        </p:nvSpPr>
        <p:spPr>
          <a:xfrm>
            <a:off x="4257675" y="528638"/>
            <a:ext cx="2480582" cy="5381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dirty="0"/>
              <a:t>Integration &amp; Test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A00A54-A58B-7FAD-C8BC-125FEE3BA442}"/>
              </a:ext>
            </a:extLst>
          </p:cNvPr>
          <p:cNvSpPr/>
          <p:nvPr/>
        </p:nvSpPr>
        <p:spPr>
          <a:xfrm>
            <a:off x="3784156" y="1220243"/>
            <a:ext cx="4364492" cy="2208757"/>
          </a:xfrm>
          <a:prstGeom prst="ellipse">
            <a:avLst/>
          </a:prstGeom>
          <a:solidFill>
            <a:schemeClr val="accent3">
              <a:lumMod val="20000"/>
              <a:lumOff val="80000"/>
              <a:alpha val="4186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90DE5E-F942-A2E3-C893-74EED024798B}"/>
              </a:ext>
            </a:extLst>
          </p:cNvPr>
          <p:cNvSpPr/>
          <p:nvPr/>
        </p:nvSpPr>
        <p:spPr>
          <a:xfrm>
            <a:off x="4739380" y="1373642"/>
            <a:ext cx="2237014" cy="5381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dirty="0"/>
              <a:t>Expand AI methods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2195E4A-A9A3-44C2-83A5-D742645B5587}"/>
              </a:ext>
            </a:extLst>
          </p:cNvPr>
          <p:cNvSpPr/>
          <p:nvPr/>
        </p:nvSpPr>
        <p:spPr>
          <a:xfrm>
            <a:off x="3864436" y="2211313"/>
            <a:ext cx="4444102" cy="2066044"/>
          </a:xfrm>
          <a:prstGeom prst="ellipse">
            <a:avLst/>
          </a:prstGeom>
          <a:solidFill>
            <a:schemeClr val="accent2">
              <a:lumMod val="40000"/>
              <a:lumOff val="60000"/>
              <a:alpha val="4186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B30C13-9416-4BF8-F03F-95BA1E9B7DE9}"/>
              </a:ext>
            </a:extLst>
          </p:cNvPr>
          <p:cNvSpPr/>
          <p:nvPr/>
        </p:nvSpPr>
        <p:spPr>
          <a:xfrm>
            <a:off x="4308701" y="2246696"/>
            <a:ext cx="2378529" cy="4401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dirty="0"/>
              <a:t>Optimize &amp; Validate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0735C9-5DB4-EA69-4A58-0F8C239E4D58}"/>
              </a:ext>
            </a:extLst>
          </p:cNvPr>
          <p:cNvSpPr/>
          <p:nvPr/>
        </p:nvSpPr>
        <p:spPr>
          <a:xfrm>
            <a:off x="4566220" y="3148993"/>
            <a:ext cx="2480582" cy="5381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dirty="0"/>
              <a:t>Production &amp; Share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969BFF-1063-9903-24EC-DCB0A71292F3}"/>
              </a:ext>
            </a:extLst>
          </p:cNvPr>
          <p:cNvSpPr txBox="1"/>
          <p:nvPr/>
        </p:nvSpPr>
        <p:spPr>
          <a:xfrm>
            <a:off x="6718527" y="988355"/>
            <a:ext cx="1609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dirty="0"/>
              <a:t>GPU-DNS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3436B0-92C0-C6D8-24D6-2F3DA08B1F6B}"/>
              </a:ext>
            </a:extLst>
          </p:cNvPr>
          <p:cNvSpPr txBox="1"/>
          <p:nvPr/>
        </p:nvSpPr>
        <p:spPr>
          <a:xfrm>
            <a:off x="6755266" y="2211312"/>
            <a:ext cx="1609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dirty="0"/>
              <a:t>AI-IN-LOOP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CD749D-3313-C694-3A0D-BCC1587BDA03}"/>
              </a:ext>
            </a:extLst>
          </p:cNvPr>
          <p:cNvSpPr txBox="1"/>
          <p:nvPr/>
        </p:nvSpPr>
        <p:spPr>
          <a:xfrm>
            <a:off x="7012446" y="3393672"/>
            <a:ext cx="1609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dirty="0"/>
              <a:t>LES-DNS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2D3338-DE27-4178-93C4-3BAE0FF1C44A}"/>
              </a:ext>
            </a:extLst>
          </p:cNvPr>
          <p:cNvCxnSpPr>
            <a:cxnSpLocks/>
          </p:cNvCxnSpPr>
          <p:nvPr/>
        </p:nvCxnSpPr>
        <p:spPr>
          <a:xfrm>
            <a:off x="3885530" y="528638"/>
            <a:ext cx="206825" cy="3715900"/>
          </a:xfrm>
          <a:prstGeom prst="straightConnector1">
            <a:avLst/>
          </a:prstGeom>
          <a:ln w="698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12FEA26-A0BF-3A10-EA27-00B69D8FEE65}"/>
              </a:ext>
            </a:extLst>
          </p:cNvPr>
          <p:cNvSpPr txBox="1"/>
          <p:nvPr/>
        </p:nvSpPr>
        <p:spPr>
          <a:xfrm>
            <a:off x="3585992" y="184590"/>
            <a:ext cx="664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dirty="0"/>
              <a:t>Time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853C9D-FBB2-F052-E89D-ABA4706DE51F}"/>
              </a:ext>
            </a:extLst>
          </p:cNvPr>
          <p:cNvSpPr txBox="1"/>
          <p:nvPr/>
        </p:nvSpPr>
        <p:spPr>
          <a:xfrm>
            <a:off x="2955392" y="744437"/>
            <a:ext cx="911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dirty="0"/>
              <a:t>0-6m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FBC343-7CB1-C4ED-2400-07647305B653}"/>
              </a:ext>
            </a:extLst>
          </p:cNvPr>
          <p:cNvSpPr txBox="1"/>
          <p:nvPr/>
        </p:nvSpPr>
        <p:spPr>
          <a:xfrm>
            <a:off x="2974529" y="1628361"/>
            <a:ext cx="911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dirty="0"/>
              <a:t>6-18m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E399FF-81CD-16E0-D3DA-CD97DB932F7A}"/>
              </a:ext>
            </a:extLst>
          </p:cNvPr>
          <p:cNvSpPr txBox="1"/>
          <p:nvPr/>
        </p:nvSpPr>
        <p:spPr>
          <a:xfrm>
            <a:off x="2974501" y="2657399"/>
            <a:ext cx="1283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dirty="0"/>
              <a:t>18-24m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ED6D53-0B61-169C-FDCD-E79C851F78D5}"/>
              </a:ext>
            </a:extLst>
          </p:cNvPr>
          <p:cNvSpPr txBox="1"/>
          <p:nvPr/>
        </p:nvSpPr>
        <p:spPr>
          <a:xfrm>
            <a:off x="2992198" y="3483846"/>
            <a:ext cx="1283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dirty="0"/>
              <a:t>24-36m</a:t>
            </a:r>
          </a:p>
        </p:txBody>
      </p:sp>
    </p:spTree>
    <p:extLst>
      <p:ext uri="{BB962C8B-B14F-4D97-AF65-F5344CB8AC3E}">
        <p14:creationId xmlns:p14="http://schemas.microsoft.com/office/powerpoint/2010/main" val="3748685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5098</TotalTime>
  <Words>20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Korpi-Lagg Maarit</dc:creator>
  <cp:lastModifiedBy>Korpi-Lagg Maarit</cp:lastModifiedBy>
  <cp:revision>5</cp:revision>
  <dcterms:created xsi:type="dcterms:W3CDTF">2025-02-18T17:29:19Z</dcterms:created>
  <dcterms:modified xsi:type="dcterms:W3CDTF">2025-05-10T08:29:38Z</dcterms:modified>
</cp:coreProperties>
</file>
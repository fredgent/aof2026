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9234-1802-D6FA-C8D0-B39887A22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8F027-3C22-84CF-B3D9-7FB98DE6D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4953-C0C4-1DB9-49CB-91D30AF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711A2-857E-0C6D-23EC-F4DF6D7B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309E-F533-BA22-4C25-1E19237D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006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1B9D-074A-D923-C92B-4E5ABC34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50848-B620-754B-0DBD-39465BD9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6F8BF-C418-87CE-03E7-EF8C1A4B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C59B7-2CBC-C913-BAE9-07711B1EC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111CB-132D-5BDF-41E5-E621D3EC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4428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714C-040E-0126-90C1-B770D6A40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7F42E-B805-4370-C092-973B7AD1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FD6C5-248E-7514-678B-9EA9DCFD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8922C-2B65-EB71-BF2E-83BEEC7E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33002-4524-59F8-26DF-5A6A3266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8448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D1E8-8E36-B7E0-1582-C24F47BB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945F-8951-5C8A-8662-4F2D750F2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4A151-95F9-F3EC-8D9C-D4DEAA509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A9F76-27A4-E31A-D65E-A24321BB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3112B-76F3-38E6-55E8-44A4DD7F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ED581-7A61-AD00-6455-3DA0F289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9521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C10A-C64C-7A45-64DE-7A0BCBAC4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1C957-CF09-D6EC-E24F-5EF6A6FD5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8E9AA-AD43-8EB9-BDA8-32D01F9A3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D0C6A-62B1-0DB8-FE7E-7399FA920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AF45C-A190-99F4-050D-D918EA366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DD39A-55DF-662A-9DDC-DE945135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0675E-2462-B449-B7DF-3ECFFF32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CA549-0F95-AB94-B4B0-573EB4D0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7299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1BD5-CD0B-D541-757B-ABC98A9A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927CC-917F-4E2F-7805-5814A0CE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758DE-EDF9-996D-7087-3B0F2D0A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31325-C0BB-B2D7-7364-50528F19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5876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A5180D-41F9-7D17-8B80-47FC9EBD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094BF-9C03-B963-0686-38BF001A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EB13C-B3A4-4CF4-8798-54643726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420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0358-4795-F548-56FD-FF45188B2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4132F-9465-4C28-144D-31C7F107A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5172A-3734-4288-A275-989768A11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B8339-A2E3-7B48-9D10-FFD0BE57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6C117-D282-FCA1-18FC-64E1D03C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53E8A-D83B-6721-D450-DC93F57B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0327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69E4-5052-58CA-AFA3-713066891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5E6C9B-9112-4EB5-7BDC-92D8CBAB1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47DB0-BD82-97C0-07BA-CDD8641C5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5118C-8DFD-2503-8A46-E752ECB3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5F827-B1E1-B1EB-BB42-705C90168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45FA3-9E43-3F0D-A6F1-353ACA51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1761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CAE8-AA62-A5C2-907B-6FDBFE5C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9F8A9-15E1-1450-D51F-98429747E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02D1E-829C-F0F0-54DC-B32152EF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D7629-F0E8-214C-6D89-1725A9E9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0A711-F409-75DF-16F7-FCF469DA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85438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F43F61-BECC-255A-EF9A-CE839FC58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08216-5FEB-52A3-537C-15EF385D3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DE90D-251E-68F9-7E21-72710884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C1F1E-14FB-A9E6-995C-A90F908A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C7DFC-BFF2-86B7-A9A1-B8C2B426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31552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40501-94BB-576D-37D7-38726B8C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07131-49DB-6929-A04C-600BE998D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EE482-E0C1-41E2-74A3-5D8A75423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6921C-9DE2-0749-B55F-BD375F84426F}" type="datetimeFigureOut">
              <a:rPr lang="en-FI" smtClean="0"/>
              <a:t>5.5.2025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84A9-8D3B-D13F-E10F-129442C6E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15E49-2A91-D555-5EBE-292743A90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DD5F4-BB01-8347-8FFE-2E48FECF7EE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0707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8B0F14-48D6-2D23-B026-00F3CBB1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41"/>
            <a:ext cx="11945616" cy="36463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0D071E-BF3E-68F5-16F7-9C57E3A4929A}"/>
              </a:ext>
            </a:extLst>
          </p:cNvPr>
          <p:cNvSpPr/>
          <p:nvPr/>
        </p:nvSpPr>
        <p:spPr>
          <a:xfrm>
            <a:off x="123568" y="407773"/>
            <a:ext cx="284205" cy="3021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050F4-AA0E-F3AF-9031-F426991C77D2}"/>
              </a:ext>
            </a:extLst>
          </p:cNvPr>
          <p:cNvSpPr/>
          <p:nvPr/>
        </p:nvSpPr>
        <p:spPr>
          <a:xfrm>
            <a:off x="7385222" y="407772"/>
            <a:ext cx="547192" cy="3021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66C84F-C6BC-38D0-04DD-09C5CE20B26F}"/>
              </a:ext>
            </a:extLst>
          </p:cNvPr>
          <p:cNvSpPr/>
          <p:nvPr/>
        </p:nvSpPr>
        <p:spPr>
          <a:xfrm>
            <a:off x="11129319" y="509182"/>
            <a:ext cx="467510" cy="3021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575EEF-74F3-EB97-60B9-48DC0DFC04B1}"/>
              </a:ext>
            </a:extLst>
          </p:cNvPr>
          <p:cNvSpPr/>
          <p:nvPr/>
        </p:nvSpPr>
        <p:spPr>
          <a:xfrm rot="5400000">
            <a:off x="9053662" y="2083141"/>
            <a:ext cx="453080" cy="3021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0159E6-0E55-93D6-4997-CF8E40BA121A}"/>
              </a:ext>
            </a:extLst>
          </p:cNvPr>
          <p:cNvSpPr/>
          <p:nvPr/>
        </p:nvSpPr>
        <p:spPr>
          <a:xfrm rot="5400000">
            <a:off x="5321922" y="2073876"/>
            <a:ext cx="453080" cy="3021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225F6-D88B-49FC-1727-0AB2837D8E84}"/>
              </a:ext>
            </a:extLst>
          </p:cNvPr>
          <p:cNvSpPr/>
          <p:nvPr/>
        </p:nvSpPr>
        <p:spPr>
          <a:xfrm rot="5400000">
            <a:off x="1691846" y="2083142"/>
            <a:ext cx="453080" cy="3021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C7083D-32A6-43D2-42A3-27D5C9FEA7F6}"/>
              </a:ext>
            </a:extLst>
          </p:cNvPr>
          <p:cNvSpPr txBox="1"/>
          <p:nvPr/>
        </p:nvSpPr>
        <p:spPr>
          <a:xfrm>
            <a:off x="4507270" y="157511"/>
            <a:ext cx="236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CNN-predicted stress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975E29-2160-499E-E5FC-BE0C1AC41B9F}"/>
              </a:ext>
            </a:extLst>
          </p:cNvPr>
          <p:cNvSpPr txBox="1"/>
          <p:nvPr/>
        </p:nvSpPr>
        <p:spPr>
          <a:xfrm>
            <a:off x="8246203" y="161437"/>
            <a:ext cx="227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True stress from DNS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CE4091-75B1-6164-D41B-A50FE05356A6}"/>
              </a:ext>
            </a:extLst>
          </p:cNvPr>
          <p:cNvSpPr txBox="1"/>
          <p:nvPr/>
        </p:nvSpPr>
        <p:spPr>
          <a:xfrm>
            <a:off x="1603289" y="3329077"/>
            <a:ext cx="63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69892-A457-6421-8BA7-EB1EEEA73035}"/>
              </a:ext>
            </a:extLst>
          </p:cNvPr>
          <p:cNvSpPr txBox="1"/>
          <p:nvPr/>
        </p:nvSpPr>
        <p:spPr>
          <a:xfrm>
            <a:off x="5540940" y="3326028"/>
            <a:ext cx="63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343BF2-05C8-F574-1E24-D7260F0EFA63}"/>
              </a:ext>
            </a:extLst>
          </p:cNvPr>
          <p:cNvSpPr txBox="1"/>
          <p:nvPr/>
        </p:nvSpPr>
        <p:spPr>
          <a:xfrm>
            <a:off x="9291969" y="3326028"/>
            <a:ext cx="477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3FE7CC-64CA-C7E7-9040-DF0C2B900102}"/>
              </a:ext>
            </a:extLst>
          </p:cNvPr>
          <p:cNvSpPr/>
          <p:nvPr/>
        </p:nvSpPr>
        <p:spPr>
          <a:xfrm>
            <a:off x="3667344" y="336722"/>
            <a:ext cx="547192" cy="3021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10EDD0-4096-864F-28F4-AD302269CCCA}"/>
              </a:ext>
            </a:extLst>
          </p:cNvPr>
          <p:cNvSpPr/>
          <p:nvPr/>
        </p:nvSpPr>
        <p:spPr>
          <a:xfrm>
            <a:off x="-48960" y="378219"/>
            <a:ext cx="547192" cy="3021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C99018-34DC-3FB6-8193-9B99CF6252E7}"/>
              </a:ext>
            </a:extLst>
          </p:cNvPr>
          <p:cNvSpPr txBox="1"/>
          <p:nvPr/>
        </p:nvSpPr>
        <p:spPr>
          <a:xfrm>
            <a:off x="217835" y="1534944"/>
            <a:ext cx="23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506660-3744-360E-1238-339FA9EF5852}"/>
              </a:ext>
            </a:extLst>
          </p:cNvPr>
          <p:cNvSpPr txBox="1"/>
          <p:nvPr/>
        </p:nvSpPr>
        <p:spPr>
          <a:xfrm>
            <a:off x="3949419" y="1478004"/>
            <a:ext cx="23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4500A2-63EA-EF8C-D10D-B4354895A7F4}"/>
              </a:ext>
            </a:extLst>
          </p:cNvPr>
          <p:cNvSpPr txBox="1"/>
          <p:nvPr/>
        </p:nvSpPr>
        <p:spPr>
          <a:xfrm>
            <a:off x="7680536" y="1519500"/>
            <a:ext cx="23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B3AA74-9825-93D8-8FD4-4F7F9CA8AADE}"/>
              </a:ext>
            </a:extLst>
          </p:cNvPr>
          <p:cNvSpPr txBox="1"/>
          <p:nvPr/>
        </p:nvSpPr>
        <p:spPr>
          <a:xfrm>
            <a:off x="3604678" y="491865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0.54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301F43-1448-58A7-E50A-696283FEF5CD}"/>
              </a:ext>
            </a:extLst>
          </p:cNvPr>
          <p:cNvSpPr txBox="1"/>
          <p:nvPr/>
        </p:nvSpPr>
        <p:spPr>
          <a:xfrm>
            <a:off x="3594085" y="854502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0.53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150E3-F545-63DE-D690-9683C5057632}"/>
              </a:ext>
            </a:extLst>
          </p:cNvPr>
          <p:cNvSpPr txBox="1"/>
          <p:nvPr/>
        </p:nvSpPr>
        <p:spPr>
          <a:xfrm>
            <a:off x="3594085" y="1221218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0.52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5F4F12-315F-94BA-DAD6-6FF24F7A8931}"/>
              </a:ext>
            </a:extLst>
          </p:cNvPr>
          <p:cNvSpPr txBox="1"/>
          <p:nvPr/>
        </p:nvSpPr>
        <p:spPr>
          <a:xfrm>
            <a:off x="3594085" y="1581110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0.51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F67D66-7903-6931-5FF6-593AD11F01DA}"/>
              </a:ext>
            </a:extLst>
          </p:cNvPr>
          <p:cNvSpPr txBox="1"/>
          <p:nvPr/>
        </p:nvSpPr>
        <p:spPr>
          <a:xfrm>
            <a:off x="3604678" y="1965622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0.50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3AA3DB-2DE8-FDDA-A818-6598224B9FC4}"/>
              </a:ext>
            </a:extLst>
          </p:cNvPr>
          <p:cNvSpPr txBox="1"/>
          <p:nvPr/>
        </p:nvSpPr>
        <p:spPr>
          <a:xfrm>
            <a:off x="3598999" y="2325514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0.49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642780-451C-51F8-C3B8-B8B7188CC289}"/>
              </a:ext>
            </a:extLst>
          </p:cNvPr>
          <p:cNvSpPr txBox="1"/>
          <p:nvPr/>
        </p:nvSpPr>
        <p:spPr>
          <a:xfrm>
            <a:off x="3594085" y="2685665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0.48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C3701F-3E63-C7FC-4F28-8C6F52EC95DA}"/>
              </a:ext>
            </a:extLst>
          </p:cNvPr>
          <p:cNvSpPr txBox="1"/>
          <p:nvPr/>
        </p:nvSpPr>
        <p:spPr>
          <a:xfrm>
            <a:off x="3599452" y="3059822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28A834-A958-B5FC-1B35-6FA6598FABB1}"/>
              </a:ext>
            </a:extLst>
          </p:cNvPr>
          <p:cNvSpPr txBox="1"/>
          <p:nvPr/>
        </p:nvSpPr>
        <p:spPr>
          <a:xfrm>
            <a:off x="7309686" y="484922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96773E-3515-C04A-C880-63FEA2490B7B}"/>
              </a:ext>
            </a:extLst>
          </p:cNvPr>
          <p:cNvSpPr txBox="1"/>
          <p:nvPr/>
        </p:nvSpPr>
        <p:spPr>
          <a:xfrm>
            <a:off x="7311450" y="822845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725520-8059-49E2-861B-678B6075890C}"/>
              </a:ext>
            </a:extLst>
          </p:cNvPr>
          <p:cNvSpPr txBox="1"/>
          <p:nvPr/>
        </p:nvSpPr>
        <p:spPr>
          <a:xfrm>
            <a:off x="7299093" y="1164847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242DF6-030D-FC47-7FCD-2D952C3DD0E9}"/>
              </a:ext>
            </a:extLst>
          </p:cNvPr>
          <p:cNvSpPr txBox="1"/>
          <p:nvPr/>
        </p:nvSpPr>
        <p:spPr>
          <a:xfrm>
            <a:off x="7299093" y="1512382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CC4286-37B0-9F81-5145-A3C899DF47E4}"/>
              </a:ext>
            </a:extLst>
          </p:cNvPr>
          <p:cNvSpPr txBox="1"/>
          <p:nvPr/>
        </p:nvSpPr>
        <p:spPr>
          <a:xfrm>
            <a:off x="7309686" y="1847466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2090F1-9D21-0034-1922-9B365559B98A}"/>
              </a:ext>
            </a:extLst>
          </p:cNvPr>
          <p:cNvSpPr txBox="1"/>
          <p:nvPr/>
        </p:nvSpPr>
        <p:spPr>
          <a:xfrm>
            <a:off x="7304563" y="2195976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0.358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B4A528-2C94-6380-BDFA-E1B055849ED8}"/>
              </a:ext>
            </a:extLst>
          </p:cNvPr>
          <p:cNvSpPr txBox="1"/>
          <p:nvPr/>
        </p:nvSpPr>
        <p:spPr>
          <a:xfrm>
            <a:off x="7299093" y="2530085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7BC3DA-BC0D-7DBD-6736-887F89805E5F}"/>
              </a:ext>
            </a:extLst>
          </p:cNvPr>
          <p:cNvSpPr txBox="1"/>
          <p:nvPr/>
        </p:nvSpPr>
        <p:spPr>
          <a:xfrm>
            <a:off x="7304563" y="2865992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0.354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C936B2-D8EE-675C-D9B9-7363DE3D43FA}"/>
              </a:ext>
            </a:extLst>
          </p:cNvPr>
          <p:cNvSpPr txBox="1"/>
          <p:nvPr/>
        </p:nvSpPr>
        <p:spPr>
          <a:xfrm>
            <a:off x="7309686" y="3206058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B4DF2F-9F97-550A-E7CF-C2080DDE063F}"/>
              </a:ext>
            </a:extLst>
          </p:cNvPr>
          <p:cNvSpPr txBox="1"/>
          <p:nvPr/>
        </p:nvSpPr>
        <p:spPr>
          <a:xfrm>
            <a:off x="11041258" y="865020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0.3615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5DED77-9669-37EE-3AAF-C1557F161B23}"/>
              </a:ext>
            </a:extLst>
          </p:cNvPr>
          <p:cNvSpPr txBox="1"/>
          <p:nvPr/>
        </p:nvSpPr>
        <p:spPr>
          <a:xfrm>
            <a:off x="11041258" y="1497857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8D68B9-4A04-5537-90B4-83C273EE9599}"/>
              </a:ext>
            </a:extLst>
          </p:cNvPr>
          <p:cNvSpPr txBox="1"/>
          <p:nvPr/>
        </p:nvSpPr>
        <p:spPr>
          <a:xfrm>
            <a:off x="11041258" y="2124465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0.3605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E11064-16AF-F976-C226-C3EDA481DFD8}"/>
              </a:ext>
            </a:extLst>
          </p:cNvPr>
          <p:cNvSpPr txBox="1"/>
          <p:nvPr/>
        </p:nvSpPr>
        <p:spPr>
          <a:xfrm>
            <a:off x="11042073" y="2755059"/>
            <a:ext cx="72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1200" dirty="0"/>
              <a:t>0.3600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8FE656-052C-2D70-03B6-407B9643F225}"/>
              </a:ext>
            </a:extLst>
          </p:cNvPr>
          <p:cNvSpPr txBox="1"/>
          <p:nvPr/>
        </p:nvSpPr>
        <p:spPr>
          <a:xfrm>
            <a:off x="407772" y="157511"/>
            <a:ext cx="370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Smoothed speed in DNS simulation</a:t>
            </a:r>
          </a:p>
        </p:txBody>
      </p:sp>
    </p:spTree>
    <p:extLst>
      <p:ext uri="{BB962C8B-B14F-4D97-AF65-F5344CB8AC3E}">
        <p14:creationId xmlns:p14="http://schemas.microsoft.com/office/powerpoint/2010/main" val="528958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38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Korpi-Lagg Maarit</dc:creator>
  <cp:lastModifiedBy>Korpi-Lagg Maarit</cp:lastModifiedBy>
  <cp:revision>4</cp:revision>
  <dcterms:created xsi:type="dcterms:W3CDTF">2025-05-05T14:19:13Z</dcterms:created>
  <dcterms:modified xsi:type="dcterms:W3CDTF">2025-05-05T15:57:23Z</dcterms:modified>
</cp:coreProperties>
</file>
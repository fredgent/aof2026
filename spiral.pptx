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9" r:id="rId2"/>
    <p:sldId id="260" r:id="rId3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7555"/>
    <a:srgbClr val="606076"/>
    <a:srgbClr val="6C7280"/>
    <a:srgbClr val="B19EAC"/>
    <a:srgbClr val="818181"/>
    <a:srgbClr val="477567"/>
    <a:srgbClr val="3A200F"/>
    <a:srgbClr val="724E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52"/>
  </p:normalViewPr>
  <p:slideViewPr>
    <p:cSldViewPr snapToGrid="0">
      <p:cViewPr>
        <p:scale>
          <a:sx n="226" d="100"/>
          <a:sy n="226" d="100"/>
        </p:scale>
        <p:origin x="-5672" y="-2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2244ED-05BE-BD4A-8FBD-0271911CBB76}" type="datetimeFigureOut">
              <a:rPr lang="en-FI" smtClean="0"/>
              <a:t>6.6.2025</a:t>
            </a:fld>
            <a:endParaRPr lang="en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B6C928-B11F-8846-A9D2-38A49814B01F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764777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6C928-B11F-8846-A9D2-38A49814B01F}" type="slidenum">
              <a:rPr lang="en-FI" smtClean="0"/>
              <a:t>2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807423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3EF12-15BC-3089-212B-F96BAFBBCA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926342-7911-3662-9602-5C6E5E38B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31619-3B7B-1CE6-7A0A-C296A065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5EED-37A0-BA4E-A6CB-AB3598B86DBC}" type="datetimeFigureOut">
              <a:rPr lang="en-FI" smtClean="0"/>
              <a:t>2.6.2025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D2EFA-082D-F0BD-FDC0-F53C77C3B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5DEF8-F52C-DB2F-6A89-49756E953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9C2D0-CD2C-494B-9994-8421A9A5A800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284778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D65BB-A786-E7B4-6CCB-90F825727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B7053-DA89-49DF-2032-B310AC950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8CECC-A7A7-9E0E-BB01-075D5BE27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5EED-37A0-BA4E-A6CB-AB3598B86DBC}" type="datetimeFigureOut">
              <a:rPr lang="en-FI" smtClean="0"/>
              <a:t>2.6.2025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7322B-4C46-FCC3-3270-56E1E861D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1AC23-FBF7-8553-E0AA-D54FEB17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9C2D0-CD2C-494B-9994-8421A9A5A800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855439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E079D-2102-E20C-98AD-830815CA5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2F8A28-9778-0B8B-48EE-403C20367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4EF2C-C291-46E0-05DE-B7271F8BD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5EED-37A0-BA4E-A6CB-AB3598B86DBC}" type="datetimeFigureOut">
              <a:rPr lang="en-FI" smtClean="0"/>
              <a:t>2.6.2025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4D6C0-97C2-A7AB-078D-5A52D6786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1AC4F-4E3A-750B-50A4-678700B48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9C2D0-CD2C-494B-9994-8421A9A5A800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497852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53BD1-77E1-6CE5-EC8F-F7B661C7B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11F2C-11BD-1DBE-308A-6BAE043C1F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3923CE-115D-8C2B-F3FF-926C9D8426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A37D7-B468-7550-81CD-0F78C7521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5EED-37A0-BA4E-A6CB-AB3598B86DBC}" type="datetimeFigureOut">
              <a:rPr lang="en-FI" smtClean="0"/>
              <a:t>2.6.2025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7B878-2670-C8D1-CE77-E9FEA3A02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0BB4BA-98AC-55E3-E9E1-599284EF4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9C2D0-CD2C-494B-9994-8421A9A5A800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639644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0910E-365F-AB09-FB7F-05A131F8A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1ED69-FDF8-E6E5-87D9-295ABFF8F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669A52-9DC8-BE35-1D7A-2C0CC65E3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4AA4C4-9C2C-E310-4024-2E07182195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63C514-B9C9-96EF-A3DE-769820B2D1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3B571-D1E3-EE11-E958-61C3B3C3C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5EED-37A0-BA4E-A6CB-AB3598B86DBC}" type="datetimeFigureOut">
              <a:rPr lang="en-FI" smtClean="0"/>
              <a:t>2.6.2025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AB9A29-2896-A81E-0E7E-590DA5F1D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2A1173-760A-5740-44F8-23A4BF933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9C2D0-CD2C-494B-9994-8421A9A5A800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804789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799EB-FB91-C1FA-3293-5366FD4D7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1EEA2F-A2F5-2A07-54C0-6BE972BE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5EED-37A0-BA4E-A6CB-AB3598B86DBC}" type="datetimeFigureOut">
              <a:rPr lang="en-FI" smtClean="0"/>
              <a:t>2.6.2025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8BE626-6191-CC34-6DB4-967ADD0ED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FB2808-3FC6-C61B-2876-D8180C124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9C2D0-CD2C-494B-9994-8421A9A5A800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334030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AEA53D-3D63-876A-782E-A1E8DC814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5EED-37A0-BA4E-A6CB-AB3598B86DBC}" type="datetimeFigureOut">
              <a:rPr lang="en-FI" smtClean="0"/>
              <a:t>2.6.2025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0E0EB8-1E50-ADCC-4294-A76DBDDE0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F3E14-94FD-6F99-796E-BD2181691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9C2D0-CD2C-494B-9994-8421A9A5A800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121088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05CE8-240F-E5A9-3BBF-1082157F1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EB000-AD98-6DAD-46E7-5D8770483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67C162-5E70-27E1-C65D-9AAC1AC96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0B93F-90F1-285A-CBC3-3D8A256AB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5EED-37A0-BA4E-A6CB-AB3598B86DBC}" type="datetimeFigureOut">
              <a:rPr lang="en-FI" smtClean="0"/>
              <a:t>2.6.2025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D5D660-381B-F2E5-5832-AE54BC6AD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9C8DDA-1AA0-FACF-11ED-547593C80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9C2D0-CD2C-494B-9994-8421A9A5A800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41850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F81A7-E558-344D-455C-E4B4F9C1F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7A76A9-A67F-7E68-55D3-6C24B90F77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68F679-4888-FB2F-EBF4-574E45684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AD64D-6AA6-912D-4E4E-1E104CAD6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5EED-37A0-BA4E-A6CB-AB3598B86DBC}" type="datetimeFigureOut">
              <a:rPr lang="en-FI" smtClean="0"/>
              <a:t>2.6.2025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770B3-5DE1-BD00-59D6-D8883354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D2178-F2CF-3050-0C30-E039C8C69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9C2D0-CD2C-494B-9994-8421A9A5A800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775138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3FCD0-E645-7EE1-4E1A-5CF85B252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1708E-6F5E-F9EB-8AFE-8E4D1D0D2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0A890-4EBD-AFAF-AC68-E061380C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5EED-37A0-BA4E-A6CB-AB3598B86DBC}" type="datetimeFigureOut">
              <a:rPr lang="en-FI" smtClean="0"/>
              <a:t>2.6.2025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1900B-C6CE-3F7C-11E4-08B76962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1B74F-387A-7D74-964A-21D3CC728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9C2D0-CD2C-494B-9994-8421A9A5A800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51170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3DA37A-30E4-BB6A-C9A1-29286D7ACC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CF34FA-3417-E6E1-EF91-AB7C12B14D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A1520-3226-D008-F04E-00F842BA6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65EED-37A0-BA4E-A6CB-AB3598B86DBC}" type="datetimeFigureOut">
              <a:rPr lang="en-FI" smtClean="0"/>
              <a:t>2.6.2025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0E5FE-6E21-D2C6-ADCD-BC20304D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02A4D-CD62-DC75-7C66-C03A8A4F2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9C2D0-CD2C-494B-9994-8421A9A5A800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879774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ECCA5C-0CF4-1964-24BA-2744BA4C0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03F53-1500-0AEB-5C43-1F8393833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58526-BA99-93CC-9E63-DC1A25D91C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65EED-37A0-BA4E-A6CB-AB3598B86DBC}" type="datetimeFigureOut">
              <a:rPr lang="en-FI" smtClean="0"/>
              <a:t>2.6.2025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4488F-1634-B084-A09D-4909E365CA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0B61B-3A3E-A849-8C45-0E7B0774BB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59C2D0-CD2C-494B-9994-8421A9A5A800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257063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37AA515-4A56-0339-3D98-EC5D093D9D7C}"/>
              </a:ext>
            </a:extLst>
          </p:cNvPr>
          <p:cNvSpPr/>
          <p:nvPr/>
        </p:nvSpPr>
        <p:spPr>
          <a:xfrm>
            <a:off x="1986150" y="-716004"/>
            <a:ext cx="10520362" cy="8290008"/>
          </a:xfrm>
          <a:prstGeom prst="rect">
            <a:avLst/>
          </a:prstGeom>
          <a:gradFill flip="none" rotWithShape="1">
            <a:gsLst>
              <a:gs pos="0">
                <a:srgbClr val="724E19"/>
              </a:gs>
              <a:gs pos="46000">
                <a:srgbClr val="3A200F"/>
              </a:gs>
              <a:gs pos="100000">
                <a:schemeClr val="tx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49B18E2-A096-3B5D-AA89-3EA80C0A3392}"/>
              </a:ext>
            </a:extLst>
          </p:cNvPr>
          <p:cNvGrpSpPr/>
          <p:nvPr/>
        </p:nvGrpSpPr>
        <p:grpSpPr>
          <a:xfrm>
            <a:off x="1214437" y="985839"/>
            <a:ext cx="8906275" cy="6929438"/>
            <a:chOff x="5710982" y="1055373"/>
            <a:chExt cx="6109943" cy="4945377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2CD9BCE5-2C80-807D-3798-42B17AE05304}"/>
                </a:ext>
              </a:extLst>
            </p:cNvPr>
            <p:cNvSpPr/>
            <p:nvPr/>
          </p:nvSpPr>
          <p:spPr>
            <a:xfrm>
              <a:off x="5710982" y="1055373"/>
              <a:ext cx="6109943" cy="4945377"/>
            </a:xfrm>
            <a:custGeom>
              <a:avLst/>
              <a:gdLst>
                <a:gd name="connsiteX0" fmla="*/ 339080 w 8906275"/>
                <a:gd name="connsiteY0" fmla="*/ 5167715 h 6929438"/>
                <a:gd name="connsiteX1" fmla="*/ 26684 w 8906275"/>
                <a:gd name="connsiteY1" fmla="*/ 4306874 h 6929438"/>
                <a:gd name="connsiteX2" fmla="*/ 47509 w 8906275"/>
                <a:gd name="connsiteY2" fmla="*/ 3365953 h 6929438"/>
                <a:gd name="connsiteX3" fmla="*/ 297427 w 8906275"/>
                <a:gd name="connsiteY3" fmla="*/ 2324935 h 6929438"/>
                <a:gd name="connsiteX4" fmla="*/ 880567 w 8906275"/>
                <a:gd name="connsiteY4" fmla="*/ 1363996 h 6929438"/>
                <a:gd name="connsiteX5" fmla="*/ 1880237 w 8906275"/>
                <a:gd name="connsiteY5" fmla="*/ 563213 h 6929438"/>
                <a:gd name="connsiteX6" fmla="*/ 2942386 w 8906275"/>
                <a:gd name="connsiteY6" fmla="*/ 142802 h 6929438"/>
                <a:gd name="connsiteX7" fmla="*/ 4087840 w 8906275"/>
                <a:gd name="connsiteY7" fmla="*/ 2665 h 6929438"/>
                <a:gd name="connsiteX8" fmla="*/ 5587344 w 8906275"/>
                <a:gd name="connsiteY8" fmla="*/ 242899 h 6929438"/>
                <a:gd name="connsiteX9" fmla="*/ 6836931 w 8906275"/>
                <a:gd name="connsiteY9" fmla="*/ 943585 h 6929438"/>
                <a:gd name="connsiteX10" fmla="*/ 7649163 w 8906275"/>
                <a:gd name="connsiteY10" fmla="*/ 1724348 h 6929438"/>
                <a:gd name="connsiteX11" fmla="*/ 8253129 w 8906275"/>
                <a:gd name="connsiteY11" fmla="*/ 2565170 h 6929438"/>
                <a:gd name="connsiteX12" fmla="*/ 8690486 w 8906275"/>
                <a:gd name="connsiteY12" fmla="*/ 3606188 h 6929438"/>
                <a:gd name="connsiteX13" fmla="*/ 8898750 w 8906275"/>
                <a:gd name="connsiteY13" fmla="*/ 4747305 h 6929438"/>
                <a:gd name="connsiteX14" fmla="*/ 8836270 w 8906275"/>
                <a:gd name="connsiteY14" fmla="*/ 5908440 h 6929438"/>
                <a:gd name="connsiteX15" fmla="*/ 8607180 w 8906275"/>
                <a:gd name="connsiteY15" fmla="*/ 6929438 h 6929438"/>
                <a:gd name="connsiteX16" fmla="*/ 8607180 w 8906275"/>
                <a:gd name="connsiteY16" fmla="*/ 6929438 h 692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06275" h="6929438" extrusionOk="0">
                  <a:moveTo>
                    <a:pt x="339080" y="5167715"/>
                  </a:moveTo>
                  <a:cubicBezTo>
                    <a:pt x="166034" y="4862063"/>
                    <a:pt x="22716" y="4626895"/>
                    <a:pt x="26684" y="4306874"/>
                  </a:cubicBezTo>
                  <a:cubicBezTo>
                    <a:pt x="55754" y="4022931"/>
                    <a:pt x="-81585" y="3698946"/>
                    <a:pt x="47509" y="3365953"/>
                  </a:cubicBezTo>
                  <a:cubicBezTo>
                    <a:pt x="82677" y="3045353"/>
                    <a:pt x="155558" y="2675322"/>
                    <a:pt x="297427" y="2324935"/>
                  </a:cubicBezTo>
                  <a:cubicBezTo>
                    <a:pt x="369574" y="1954785"/>
                    <a:pt x="673130" y="1684547"/>
                    <a:pt x="880567" y="1363996"/>
                  </a:cubicBezTo>
                  <a:cubicBezTo>
                    <a:pt x="1217837" y="1079090"/>
                    <a:pt x="1547828" y="743639"/>
                    <a:pt x="1880237" y="563213"/>
                  </a:cubicBezTo>
                  <a:cubicBezTo>
                    <a:pt x="2117653" y="343415"/>
                    <a:pt x="2508588" y="298238"/>
                    <a:pt x="2942386" y="142802"/>
                  </a:cubicBezTo>
                  <a:cubicBezTo>
                    <a:pt x="3303409" y="-16522"/>
                    <a:pt x="3641780" y="-6745"/>
                    <a:pt x="4087840" y="2665"/>
                  </a:cubicBezTo>
                  <a:cubicBezTo>
                    <a:pt x="4597739" y="58016"/>
                    <a:pt x="5172618" y="96528"/>
                    <a:pt x="5587344" y="242899"/>
                  </a:cubicBezTo>
                  <a:cubicBezTo>
                    <a:pt x="5921880" y="379721"/>
                    <a:pt x="6506321" y="707331"/>
                    <a:pt x="6836931" y="943585"/>
                  </a:cubicBezTo>
                  <a:cubicBezTo>
                    <a:pt x="7204424" y="1226005"/>
                    <a:pt x="7418951" y="1514373"/>
                    <a:pt x="7649163" y="1724348"/>
                  </a:cubicBezTo>
                  <a:cubicBezTo>
                    <a:pt x="7924189" y="2054675"/>
                    <a:pt x="8126170" y="2308606"/>
                    <a:pt x="8253129" y="2565170"/>
                  </a:cubicBezTo>
                  <a:cubicBezTo>
                    <a:pt x="8475500" y="2836067"/>
                    <a:pt x="8604734" y="3139711"/>
                    <a:pt x="8690486" y="3606188"/>
                  </a:cubicBezTo>
                  <a:cubicBezTo>
                    <a:pt x="8765394" y="3975246"/>
                    <a:pt x="8845043" y="4343304"/>
                    <a:pt x="8898750" y="4747305"/>
                  </a:cubicBezTo>
                  <a:cubicBezTo>
                    <a:pt x="8857007" y="5126325"/>
                    <a:pt x="8871503" y="5517515"/>
                    <a:pt x="8836270" y="5908440"/>
                  </a:cubicBezTo>
                  <a:cubicBezTo>
                    <a:pt x="8787676" y="6272127"/>
                    <a:pt x="8607179" y="6929438"/>
                    <a:pt x="8607180" y="6929438"/>
                  </a:cubicBezTo>
                  <a:lnTo>
                    <a:pt x="8607180" y="6929438"/>
                  </a:lnTo>
                </a:path>
              </a:pathLst>
            </a:custGeom>
            <a:noFill/>
            <a:ln w="28575">
              <a:solidFill>
                <a:schemeClr val="bg2">
                  <a:lumMod val="50000"/>
                </a:schemeClr>
              </a:solidFill>
              <a:prstDash val="sysDot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232618 w 6109943"/>
                        <a:gd name="connsiteY0" fmla="*/ 3688077 h 4945377"/>
                        <a:gd name="connsiteX1" fmla="*/ 18306 w 6109943"/>
                        <a:gd name="connsiteY1" fmla="*/ 3073715 h 4945377"/>
                        <a:gd name="connsiteX2" fmla="*/ 32593 w 6109943"/>
                        <a:gd name="connsiteY2" fmla="*/ 2402202 h 4945377"/>
                        <a:gd name="connsiteX3" fmla="*/ 204043 w 6109943"/>
                        <a:gd name="connsiteY3" fmla="*/ 1659252 h 4945377"/>
                        <a:gd name="connsiteX4" fmla="*/ 604093 w 6109943"/>
                        <a:gd name="connsiteY4" fmla="*/ 973452 h 4945377"/>
                        <a:gd name="connsiteX5" fmla="*/ 1289893 w 6109943"/>
                        <a:gd name="connsiteY5" fmla="*/ 401952 h 4945377"/>
                        <a:gd name="connsiteX6" fmla="*/ 2018556 w 6109943"/>
                        <a:gd name="connsiteY6" fmla="*/ 101915 h 4945377"/>
                        <a:gd name="connsiteX7" fmla="*/ 2804368 w 6109943"/>
                        <a:gd name="connsiteY7" fmla="*/ 1902 h 4945377"/>
                        <a:gd name="connsiteX8" fmla="*/ 3833068 w 6109943"/>
                        <a:gd name="connsiteY8" fmla="*/ 173352 h 4945377"/>
                        <a:gd name="connsiteX9" fmla="*/ 4690318 w 6109943"/>
                        <a:gd name="connsiteY9" fmla="*/ 673415 h 4945377"/>
                        <a:gd name="connsiteX10" fmla="*/ 5247531 w 6109943"/>
                        <a:gd name="connsiteY10" fmla="*/ 1230627 h 4945377"/>
                        <a:gd name="connsiteX11" fmla="*/ 5661868 w 6109943"/>
                        <a:gd name="connsiteY11" fmla="*/ 1830702 h 4945377"/>
                        <a:gd name="connsiteX12" fmla="*/ 5961906 w 6109943"/>
                        <a:gd name="connsiteY12" fmla="*/ 2573652 h 4945377"/>
                        <a:gd name="connsiteX13" fmla="*/ 6104781 w 6109943"/>
                        <a:gd name="connsiteY13" fmla="*/ 3388040 h 4945377"/>
                        <a:gd name="connsiteX14" fmla="*/ 6061918 w 6109943"/>
                        <a:gd name="connsiteY14" fmla="*/ 4216715 h 4945377"/>
                        <a:gd name="connsiteX15" fmla="*/ 5904756 w 6109943"/>
                        <a:gd name="connsiteY15" fmla="*/ 4945377 h 4945377"/>
                        <a:gd name="connsiteX16" fmla="*/ 5904756 w 6109943"/>
                        <a:gd name="connsiteY16" fmla="*/ 4945377 h 49453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6109943" h="4945377">
                          <a:moveTo>
                            <a:pt x="232618" y="3688077"/>
                          </a:moveTo>
                          <a:cubicBezTo>
                            <a:pt x="142130" y="3488052"/>
                            <a:pt x="51643" y="3288027"/>
                            <a:pt x="18306" y="3073715"/>
                          </a:cubicBezTo>
                          <a:cubicBezTo>
                            <a:pt x="-15031" y="2859403"/>
                            <a:pt x="1637" y="2637946"/>
                            <a:pt x="32593" y="2402202"/>
                          </a:cubicBezTo>
                          <a:cubicBezTo>
                            <a:pt x="63549" y="2166458"/>
                            <a:pt x="108793" y="1897377"/>
                            <a:pt x="204043" y="1659252"/>
                          </a:cubicBezTo>
                          <a:cubicBezTo>
                            <a:pt x="299293" y="1421127"/>
                            <a:pt x="423118" y="1183002"/>
                            <a:pt x="604093" y="973452"/>
                          </a:cubicBezTo>
                          <a:cubicBezTo>
                            <a:pt x="785068" y="763902"/>
                            <a:pt x="1054149" y="547208"/>
                            <a:pt x="1289893" y="401952"/>
                          </a:cubicBezTo>
                          <a:cubicBezTo>
                            <a:pt x="1525637" y="256696"/>
                            <a:pt x="1766144" y="168590"/>
                            <a:pt x="2018556" y="101915"/>
                          </a:cubicBezTo>
                          <a:cubicBezTo>
                            <a:pt x="2270968" y="35240"/>
                            <a:pt x="2501949" y="-10004"/>
                            <a:pt x="2804368" y="1902"/>
                          </a:cubicBezTo>
                          <a:cubicBezTo>
                            <a:pt x="3106787" y="13808"/>
                            <a:pt x="3518743" y="61433"/>
                            <a:pt x="3833068" y="173352"/>
                          </a:cubicBezTo>
                          <a:cubicBezTo>
                            <a:pt x="4147393" y="285271"/>
                            <a:pt x="4454574" y="497203"/>
                            <a:pt x="4690318" y="673415"/>
                          </a:cubicBezTo>
                          <a:cubicBezTo>
                            <a:pt x="4926062" y="849627"/>
                            <a:pt x="5085606" y="1037746"/>
                            <a:pt x="5247531" y="1230627"/>
                          </a:cubicBezTo>
                          <a:cubicBezTo>
                            <a:pt x="5409456" y="1423508"/>
                            <a:pt x="5542806" y="1606865"/>
                            <a:pt x="5661868" y="1830702"/>
                          </a:cubicBezTo>
                          <a:cubicBezTo>
                            <a:pt x="5780930" y="2054539"/>
                            <a:pt x="5888087" y="2314096"/>
                            <a:pt x="5961906" y="2573652"/>
                          </a:cubicBezTo>
                          <a:cubicBezTo>
                            <a:pt x="6035725" y="2833208"/>
                            <a:pt x="6088112" y="3114196"/>
                            <a:pt x="6104781" y="3388040"/>
                          </a:cubicBezTo>
                          <a:cubicBezTo>
                            <a:pt x="6121450" y="3661884"/>
                            <a:pt x="6095255" y="3957159"/>
                            <a:pt x="6061918" y="4216715"/>
                          </a:cubicBezTo>
                          <a:cubicBezTo>
                            <a:pt x="6028581" y="4476271"/>
                            <a:pt x="5904756" y="4945377"/>
                            <a:pt x="5904756" y="4945377"/>
                          </a:cubicBezTo>
                          <a:lnTo>
                            <a:pt x="5904756" y="4945377"/>
                          </a:lnTo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I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D3BAB33-6ACA-545F-499D-DEC7A03D1248}"/>
                </a:ext>
              </a:extLst>
            </p:cNvPr>
            <p:cNvSpPr/>
            <p:nvPr/>
          </p:nvSpPr>
          <p:spPr>
            <a:xfrm>
              <a:off x="6240398" y="1900238"/>
              <a:ext cx="4546665" cy="3398395"/>
            </a:xfrm>
            <a:custGeom>
              <a:avLst/>
              <a:gdLst>
                <a:gd name="connsiteX0" fmla="*/ 252323 w 6627533"/>
                <a:gd name="connsiteY0" fmla="*/ 3551182 h 4761814"/>
                <a:gd name="connsiteX1" fmla="*/ 19856 w 6627533"/>
                <a:gd name="connsiteY1" fmla="*/ 2959624 h 4761814"/>
                <a:gd name="connsiteX2" fmla="*/ 35354 w 6627533"/>
                <a:gd name="connsiteY2" fmla="*/ 2313036 h 4761814"/>
                <a:gd name="connsiteX3" fmla="*/ 221328 w 6627533"/>
                <a:gd name="connsiteY3" fmla="*/ 1597663 h 4761814"/>
                <a:gd name="connsiteX4" fmla="*/ 655267 w 6627533"/>
                <a:gd name="connsiteY4" fmla="*/ 937319 h 4761814"/>
                <a:gd name="connsiteX5" fmla="*/ 1399163 w 6627533"/>
                <a:gd name="connsiteY5" fmla="*/ 387032 h 4761814"/>
                <a:gd name="connsiteX6" fmla="*/ 2189553 w 6627533"/>
                <a:gd name="connsiteY6" fmla="*/ 98132 h 4761814"/>
                <a:gd name="connsiteX7" fmla="*/ 3041933 w 6627533"/>
                <a:gd name="connsiteY7" fmla="*/ 1831 h 4761814"/>
                <a:gd name="connsiteX8" fmla="*/ 4157777 w 6627533"/>
                <a:gd name="connsiteY8" fmla="*/ 166917 h 4761814"/>
                <a:gd name="connsiteX9" fmla="*/ 5087647 w 6627533"/>
                <a:gd name="connsiteY9" fmla="*/ 648419 h 4761814"/>
                <a:gd name="connsiteX10" fmla="*/ 5692063 w 6627533"/>
                <a:gd name="connsiteY10" fmla="*/ 1184948 h 4761814"/>
                <a:gd name="connsiteX11" fmla="*/ 6141500 w 6627533"/>
                <a:gd name="connsiteY11" fmla="*/ 1762749 h 4761814"/>
                <a:gd name="connsiteX12" fmla="*/ 6466955 w 6627533"/>
                <a:gd name="connsiteY12" fmla="*/ 2478122 h 4761814"/>
                <a:gd name="connsiteX13" fmla="*/ 6621933 w 6627533"/>
                <a:gd name="connsiteY13" fmla="*/ 3262282 h 4761814"/>
                <a:gd name="connsiteX14" fmla="*/ 6575439 w 6627533"/>
                <a:gd name="connsiteY14" fmla="*/ 4060198 h 4761814"/>
                <a:gd name="connsiteX15" fmla="*/ 6404964 w 6627533"/>
                <a:gd name="connsiteY15" fmla="*/ 4761814 h 4761814"/>
                <a:gd name="connsiteX16" fmla="*/ 6404964 w 6627533"/>
                <a:gd name="connsiteY16" fmla="*/ 4761814 h 4761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27533" h="4761814" extrusionOk="0">
                  <a:moveTo>
                    <a:pt x="252323" y="3551182"/>
                  </a:moveTo>
                  <a:cubicBezTo>
                    <a:pt x="209578" y="3359016"/>
                    <a:pt x="35774" y="3141710"/>
                    <a:pt x="19856" y="2959624"/>
                  </a:cubicBezTo>
                  <a:cubicBezTo>
                    <a:pt x="-34486" y="2796880"/>
                    <a:pt x="30479" y="2522257"/>
                    <a:pt x="35354" y="2313036"/>
                  </a:cubicBezTo>
                  <a:cubicBezTo>
                    <a:pt x="60208" y="2107229"/>
                    <a:pt x="51601" y="1806631"/>
                    <a:pt x="221328" y="1597663"/>
                  </a:cubicBezTo>
                  <a:cubicBezTo>
                    <a:pt x="335111" y="1309609"/>
                    <a:pt x="446957" y="1097030"/>
                    <a:pt x="655267" y="937319"/>
                  </a:cubicBezTo>
                  <a:cubicBezTo>
                    <a:pt x="881562" y="790773"/>
                    <a:pt x="1081353" y="510658"/>
                    <a:pt x="1399163" y="387032"/>
                  </a:cubicBezTo>
                  <a:cubicBezTo>
                    <a:pt x="1731705" y="264423"/>
                    <a:pt x="1949530" y="155625"/>
                    <a:pt x="2189553" y="98132"/>
                  </a:cubicBezTo>
                  <a:cubicBezTo>
                    <a:pt x="2459548" y="40389"/>
                    <a:pt x="2704301" y="48118"/>
                    <a:pt x="3041933" y="1831"/>
                  </a:cubicBezTo>
                  <a:cubicBezTo>
                    <a:pt x="3359031" y="-50169"/>
                    <a:pt x="3821630" y="46774"/>
                    <a:pt x="4157777" y="166917"/>
                  </a:cubicBezTo>
                  <a:cubicBezTo>
                    <a:pt x="4510205" y="258535"/>
                    <a:pt x="4772087" y="498357"/>
                    <a:pt x="5087647" y="648419"/>
                  </a:cubicBezTo>
                  <a:cubicBezTo>
                    <a:pt x="5346606" y="759043"/>
                    <a:pt x="5523900" y="969089"/>
                    <a:pt x="5692063" y="1184948"/>
                  </a:cubicBezTo>
                  <a:cubicBezTo>
                    <a:pt x="5875772" y="1321047"/>
                    <a:pt x="6003261" y="1542616"/>
                    <a:pt x="6141500" y="1762749"/>
                  </a:cubicBezTo>
                  <a:cubicBezTo>
                    <a:pt x="6308393" y="1985805"/>
                    <a:pt x="6377017" y="2252530"/>
                    <a:pt x="6466955" y="2478122"/>
                  </a:cubicBezTo>
                  <a:cubicBezTo>
                    <a:pt x="6587983" y="2661326"/>
                    <a:pt x="6575341" y="3071191"/>
                    <a:pt x="6621933" y="3262282"/>
                  </a:cubicBezTo>
                  <a:cubicBezTo>
                    <a:pt x="6637639" y="3513594"/>
                    <a:pt x="6617829" y="3811573"/>
                    <a:pt x="6575439" y="4060198"/>
                  </a:cubicBezTo>
                  <a:cubicBezTo>
                    <a:pt x="6539278" y="4310120"/>
                    <a:pt x="6404964" y="4761815"/>
                    <a:pt x="6404964" y="4761814"/>
                  </a:cubicBezTo>
                  <a:lnTo>
                    <a:pt x="6404964" y="4761814"/>
                  </a:lnTo>
                </a:path>
              </a:pathLst>
            </a:custGeom>
            <a:noFill/>
            <a:ln w="31750">
              <a:solidFill>
                <a:srgbClr val="818181"/>
              </a:solidFill>
              <a:prstDash val="sysDot"/>
              <a:extLst>
                <a:ext uri="{C807C97D-BFC1-408E-A445-0C87EB9F89A2}">
                  <ask:lineSketchStyleProps xmlns:ask="http://schemas.microsoft.com/office/drawing/2018/sketchyshapes" sd="658789007">
                    <a:custGeom>
                      <a:avLst/>
                      <a:gdLst>
                        <a:gd name="connsiteX0" fmla="*/ 232618 w 6109943"/>
                        <a:gd name="connsiteY0" fmla="*/ 3688077 h 4945377"/>
                        <a:gd name="connsiteX1" fmla="*/ 18306 w 6109943"/>
                        <a:gd name="connsiteY1" fmla="*/ 3073715 h 4945377"/>
                        <a:gd name="connsiteX2" fmla="*/ 32593 w 6109943"/>
                        <a:gd name="connsiteY2" fmla="*/ 2402202 h 4945377"/>
                        <a:gd name="connsiteX3" fmla="*/ 204043 w 6109943"/>
                        <a:gd name="connsiteY3" fmla="*/ 1659252 h 4945377"/>
                        <a:gd name="connsiteX4" fmla="*/ 604093 w 6109943"/>
                        <a:gd name="connsiteY4" fmla="*/ 973452 h 4945377"/>
                        <a:gd name="connsiteX5" fmla="*/ 1289893 w 6109943"/>
                        <a:gd name="connsiteY5" fmla="*/ 401952 h 4945377"/>
                        <a:gd name="connsiteX6" fmla="*/ 2018556 w 6109943"/>
                        <a:gd name="connsiteY6" fmla="*/ 101915 h 4945377"/>
                        <a:gd name="connsiteX7" fmla="*/ 2804368 w 6109943"/>
                        <a:gd name="connsiteY7" fmla="*/ 1902 h 4945377"/>
                        <a:gd name="connsiteX8" fmla="*/ 3833068 w 6109943"/>
                        <a:gd name="connsiteY8" fmla="*/ 173352 h 4945377"/>
                        <a:gd name="connsiteX9" fmla="*/ 4690318 w 6109943"/>
                        <a:gd name="connsiteY9" fmla="*/ 673415 h 4945377"/>
                        <a:gd name="connsiteX10" fmla="*/ 5247531 w 6109943"/>
                        <a:gd name="connsiteY10" fmla="*/ 1230627 h 4945377"/>
                        <a:gd name="connsiteX11" fmla="*/ 5661868 w 6109943"/>
                        <a:gd name="connsiteY11" fmla="*/ 1830702 h 4945377"/>
                        <a:gd name="connsiteX12" fmla="*/ 5961906 w 6109943"/>
                        <a:gd name="connsiteY12" fmla="*/ 2573652 h 4945377"/>
                        <a:gd name="connsiteX13" fmla="*/ 6104781 w 6109943"/>
                        <a:gd name="connsiteY13" fmla="*/ 3388040 h 4945377"/>
                        <a:gd name="connsiteX14" fmla="*/ 6061918 w 6109943"/>
                        <a:gd name="connsiteY14" fmla="*/ 4216715 h 4945377"/>
                        <a:gd name="connsiteX15" fmla="*/ 5904756 w 6109943"/>
                        <a:gd name="connsiteY15" fmla="*/ 4945377 h 4945377"/>
                        <a:gd name="connsiteX16" fmla="*/ 5904756 w 6109943"/>
                        <a:gd name="connsiteY16" fmla="*/ 4945377 h 49453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6109943" h="4945377">
                          <a:moveTo>
                            <a:pt x="232618" y="3688077"/>
                          </a:moveTo>
                          <a:cubicBezTo>
                            <a:pt x="142130" y="3488052"/>
                            <a:pt x="51643" y="3288027"/>
                            <a:pt x="18306" y="3073715"/>
                          </a:cubicBezTo>
                          <a:cubicBezTo>
                            <a:pt x="-15031" y="2859403"/>
                            <a:pt x="1637" y="2637946"/>
                            <a:pt x="32593" y="2402202"/>
                          </a:cubicBezTo>
                          <a:cubicBezTo>
                            <a:pt x="63549" y="2166458"/>
                            <a:pt x="108793" y="1897377"/>
                            <a:pt x="204043" y="1659252"/>
                          </a:cubicBezTo>
                          <a:cubicBezTo>
                            <a:pt x="299293" y="1421127"/>
                            <a:pt x="423118" y="1183002"/>
                            <a:pt x="604093" y="973452"/>
                          </a:cubicBezTo>
                          <a:cubicBezTo>
                            <a:pt x="785068" y="763902"/>
                            <a:pt x="1054149" y="547208"/>
                            <a:pt x="1289893" y="401952"/>
                          </a:cubicBezTo>
                          <a:cubicBezTo>
                            <a:pt x="1525637" y="256696"/>
                            <a:pt x="1766144" y="168590"/>
                            <a:pt x="2018556" y="101915"/>
                          </a:cubicBezTo>
                          <a:cubicBezTo>
                            <a:pt x="2270968" y="35240"/>
                            <a:pt x="2501949" y="-10004"/>
                            <a:pt x="2804368" y="1902"/>
                          </a:cubicBezTo>
                          <a:cubicBezTo>
                            <a:pt x="3106787" y="13808"/>
                            <a:pt x="3518743" y="61433"/>
                            <a:pt x="3833068" y="173352"/>
                          </a:cubicBezTo>
                          <a:cubicBezTo>
                            <a:pt x="4147393" y="285271"/>
                            <a:pt x="4454574" y="497203"/>
                            <a:pt x="4690318" y="673415"/>
                          </a:cubicBezTo>
                          <a:cubicBezTo>
                            <a:pt x="4926062" y="849627"/>
                            <a:pt x="5085606" y="1037746"/>
                            <a:pt x="5247531" y="1230627"/>
                          </a:cubicBezTo>
                          <a:cubicBezTo>
                            <a:pt x="5409456" y="1423508"/>
                            <a:pt x="5542806" y="1606865"/>
                            <a:pt x="5661868" y="1830702"/>
                          </a:cubicBezTo>
                          <a:cubicBezTo>
                            <a:pt x="5780930" y="2054539"/>
                            <a:pt x="5888087" y="2314096"/>
                            <a:pt x="5961906" y="2573652"/>
                          </a:cubicBezTo>
                          <a:cubicBezTo>
                            <a:pt x="6035725" y="2833208"/>
                            <a:pt x="6088112" y="3114196"/>
                            <a:pt x="6104781" y="3388040"/>
                          </a:cubicBezTo>
                          <a:cubicBezTo>
                            <a:pt x="6121450" y="3661884"/>
                            <a:pt x="6095255" y="3957159"/>
                            <a:pt x="6061918" y="4216715"/>
                          </a:cubicBezTo>
                          <a:cubicBezTo>
                            <a:pt x="6028581" y="4476271"/>
                            <a:pt x="5904756" y="4945377"/>
                            <a:pt x="5904756" y="4945377"/>
                          </a:cubicBezTo>
                          <a:lnTo>
                            <a:pt x="5904756" y="4945377"/>
                          </a:lnTo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I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18CE26E-0DBA-24B2-6B2B-EBB1B17B3A15}"/>
                </a:ext>
              </a:extLst>
            </p:cNvPr>
            <p:cNvSpPr/>
            <p:nvPr/>
          </p:nvSpPr>
          <p:spPr>
            <a:xfrm>
              <a:off x="5953120" y="1500192"/>
              <a:ext cx="5362575" cy="4079433"/>
            </a:xfrm>
            <a:custGeom>
              <a:avLst/>
              <a:gdLst>
                <a:gd name="connsiteX0" fmla="*/ 297603 w 7816860"/>
                <a:gd name="connsiteY0" fmla="*/ 4262839 h 5716082"/>
                <a:gd name="connsiteX1" fmla="*/ 23420 w 7816860"/>
                <a:gd name="connsiteY1" fmla="*/ 3552733 h 5716082"/>
                <a:gd name="connsiteX2" fmla="*/ 41698 w 7816860"/>
                <a:gd name="connsiteY2" fmla="*/ 2776569 h 5716082"/>
                <a:gd name="connsiteX3" fmla="*/ 261045 w 7816860"/>
                <a:gd name="connsiteY3" fmla="*/ 1917835 h 5716082"/>
                <a:gd name="connsiteX4" fmla="*/ 772856 w 7816860"/>
                <a:gd name="connsiteY4" fmla="*/ 1125158 h 5716082"/>
                <a:gd name="connsiteX5" fmla="*/ 1650246 w 7816860"/>
                <a:gd name="connsiteY5" fmla="*/ 464593 h 5716082"/>
                <a:gd name="connsiteX6" fmla="*/ 2582474 w 7816860"/>
                <a:gd name="connsiteY6" fmla="*/ 117797 h 5716082"/>
                <a:gd name="connsiteX7" fmla="*/ 3587816 w 7816860"/>
                <a:gd name="connsiteY7" fmla="*/ 2198 h 5716082"/>
                <a:gd name="connsiteX8" fmla="*/ 4903901 w 7816860"/>
                <a:gd name="connsiteY8" fmla="*/ 200367 h 5716082"/>
                <a:gd name="connsiteX9" fmla="*/ 6000638 w 7816860"/>
                <a:gd name="connsiteY9" fmla="*/ 778362 h 5716082"/>
                <a:gd name="connsiteX10" fmla="*/ 6713518 w 7816860"/>
                <a:gd name="connsiteY10" fmla="*/ 1422412 h 5716082"/>
                <a:gd name="connsiteX11" fmla="*/ 7243607 w 7816860"/>
                <a:gd name="connsiteY11" fmla="*/ 2116005 h 5716082"/>
                <a:gd name="connsiteX12" fmla="*/ 7627466 w 7816860"/>
                <a:gd name="connsiteY12" fmla="*/ 2974739 h 5716082"/>
                <a:gd name="connsiteX13" fmla="*/ 7810255 w 7816860"/>
                <a:gd name="connsiteY13" fmla="*/ 3916044 h 5716082"/>
                <a:gd name="connsiteX14" fmla="*/ 7755418 w 7816860"/>
                <a:gd name="connsiteY14" fmla="*/ 4873862 h 5716082"/>
                <a:gd name="connsiteX15" fmla="*/ 7554350 w 7816860"/>
                <a:gd name="connsiteY15" fmla="*/ 5716082 h 5716082"/>
                <a:gd name="connsiteX16" fmla="*/ 7554350 w 7816860"/>
                <a:gd name="connsiteY16" fmla="*/ 5716082 h 5716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816860" h="5716082" extrusionOk="0">
                  <a:moveTo>
                    <a:pt x="297603" y="4262839"/>
                  </a:moveTo>
                  <a:cubicBezTo>
                    <a:pt x="193384" y="4102735"/>
                    <a:pt x="103593" y="3783374"/>
                    <a:pt x="23420" y="3552733"/>
                  </a:cubicBezTo>
                  <a:cubicBezTo>
                    <a:pt x="-30184" y="3294846"/>
                    <a:pt x="21911" y="3018062"/>
                    <a:pt x="41698" y="2776569"/>
                  </a:cubicBezTo>
                  <a:cubicBezTo>
                    <a:pt x="81488" y="2535273"/>
                    <a:pt x="163836" y="2193693"/>
                    <a:pt x="261045" y="1917835"/>
                  </a:cubicBezTo>
                  <a:cubicBezTo>
                    <a:pt x="446035" y="1580557"/>
                    <a:pt x="551786" y="1432886"/>
                    <a:pt x="772856" y="1125158"/>
                  </a:cubicBezTo>
                  <a:cubicBezTo>
                    <a:pt x="1004222" y="805348"/>
                    <a:pt x="1342608" y="615427"/>
                    <a:pt x="1650246" y="464593"/>
                  </a:cubicBezTo>
                  <a:cubicBezTo>
                    <a:pt x="1919872" y="260090"/>
                    <a:pt x="2221549" y="276790"/>
                    <a:pt x="2582474" y="117797"/>
                  </a:cubicBezTo>
                  <a:cubicBezTo>
                    <a:pt x="2983088" y="75510"/>
                    <a:pt x="3143304" y="-35198"/>
                    <a:pt x="3587816" y="2198"/>
                  </a:cubicBezTo>
                  <a:cubicBezTo>
                    <a:pt x="3939412" y="71941"/>
                    <a:pt x="4472818" y="187402"/>
                    <a:pt x="4903901" y="200367"/>
                  </a:cubicBezTo>
                  <a:cubicBezTo>
                    <a:pt x="5291739" y="419830"/>
                    <a:pt x="5621012" y="502365"/>
                    <a:pt x="6000638" y="778362"/>
                  </a:cubicBezTo>
                  <a:cubicBezTo>
                    <a:pt x="6251936" y="956174"/>
                    <a:pt x="6522620" y="1185771"/>
                    <a:pt x="6713518" y="1422412"/>
                  </a:cubicBezTo>
                  <a:cubicBezTo>
                    <a:pt x="6864047" y="1701441"/>
                    <a:pt x="7087854" y="1848088"/>
                    <a:pt x="7243607" y="2116005"/>
                  </a:cubicBezTo>
                  <a:cubicBezTo>
                    <a:pt x="7380593" y="2303046"/>
                    <a:pt x="7586174" y="2634520"/>
                    <a:pt x="7627466" y="2974739"/>
                  </a:cubicBezTo>
                  <a:cubicBezTo>
                    <a:pt x="7652089" y="3265368"/>
                    <a:pt x="7830303" y="3650278"/>
                    <a:pt x="7810255" y="3916044"/>
                  </a:cubicBezTo>
                  <a:cubicBezTo>
                    <a:pt x="7873808" y="4201557"/>
                    <a:pt x="7794830" y="4564351"/>
                    <a:pt x="7755418" y="4873862"/>
                  </a:cubicBezTo>
                  <a:cubicBezTo>
                    <a:pt x="7712768" y="5173868"/>
                    <a:pt x="7554350" y="5716082"/>
                    <a:pt x="7554350" y="5716082"/>
                  </a:cubicBezTo>
                  <a:lnTo>
                    <a:pt x="7554350" y="5716082"/>
                  </a:lnTo>
                </a:path>
              </a:pathLst>
            </a:custGeom>
            <a:noFill/>
            <a:ln w="28575">
              <a:solidFill>
                <a:srgbClr val="6C7280"/>
              </a:solidFill>
              <a:prstDash val="sysDot"/>
              <a:extLst>
                <a:ext uri="{C807C97D-BFC1-408E-A445-0C87EB9F89A2}">
                  <ask:lineSketchStyleProps xmlns:ask="http://schemas.microsoft.com/office/drawing/2018/sketchyshapes" sd="2830084044">
                    <a:custGeom>
                      <a:avLst/>
                      <a:gdLst>
                        <a:gd name="connsiteX0" fmla="*/ 232618 w 6109943"/>
                        <a:gd name="connsiteY0" fmla="*/ 3688077 h 4945377"/>
                        <a:gd name="connsiteX1" fmla="*/ 18306 w 6109943"/>
                        <a:gd name="connsiteY1" fmla="*/ 3073715 h 4945377"/>
                        <a:gd name="connsiteX2" fmla="*/ 32593 w 6109943"/>
                        <a:gd name="connsiteY2" fmla="*/ 2402202 h 4945377"/>
                        <a:gd name="connsiteX3" fmla="*/ 204043 w 6109943"/>
                        <a:gd name="connsiteY3" fmla="*/ 1659252 h 4945377"/>
                        <a:gd name="connsiteX4" fmla="*/ 604093 w 6109943"/>
                        <a:gd name="connsiteY4" fmla="*/ 973452 h 4945377"/>
                        <a:gd name="connsiteX5" fmla="*/ 1289893 w 6109943"/>
                        <a:gd name="connsiteY5" fmla="*/ 401952 h 4945377"/>
                        <a:gd name="connsiteX6" fmla="*/ 2018556 w 6109943"/>
                        <a:gd name="connsiteY6" fmla="*/ 101915 h 4945377"/>
                        <a:gd name="connsiteX7" fmla="*/ 2804368 w 6109943"/>
                        <a:gd name="connsiteY7" fmla="*/ 1902 h 4945377"/>
                        <a:gd name="connsiteX8" fmla="*/ 3833068 w 6109943"/>
                        <a:gd name="connsiteY8" fmla="*/ 173352 h 4945377"/>
                        <a:gd name="connsiteX9" fmla="*/ 4690318 w 6109943"/>
                        <a:gd name="connsiteY9" fmla="*/ 673415 h 4945377"/>
                        <a:gd name="connsiteX10" fmla="*/ 5247531 w 6109943"/>
                        <a:gd name="connsiteY10" fmla="*/ 1230627 h 4945377"/>
                        <a:gd name="connsiteX11" fmla="*/ 5661868 w 6109943"/>
                        <a:gd name="connsiteY11" fmla="*/ 1830702 h 4945377"/>
                        <a:gd name="connsiteX12" fmla="*/ 5961906 w 6109943"/>
                        <a:gd name="connsiteY12" fmla="*/ 2573652 h 4945377"/>
                        <a:gd name="connsiteX13" fmla="*/ 6104781 w 6109943"/>
                        <a:gd name="connsiteY13" fmla="*/ 3388040 h 4945377"/>
                        <a:gd name="connsiteX14" fmla="*/ 6061918 w 6109943"/>
                        <a:gd name="connsiteY14" fmla="*/ 4216715 h 4945377"/>
                        <a:gd name="connsiteX15" fmla="*/ 5904756 w 6109943"/>
                        <a:gd name="connsiteY15" fmla="*/ 4945377 h 4945377"/>
                        <a:gd name="connsiteX16" fmla="*/ 5904756 w 6109943"/>
                        <a:gd name="connsiteY16" fmla="*/ 4945377 h 49453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6109943" h="4945377">
                          <a:moveTo>
                            <a:pt x="232618" y="3688077"/>
                          </a:moveTo>
                          <a:cubicBezTo>
                            <a:pt x="142130" y="3488052"/>
                            <a:pt x="51643" y="3288027"/>
                            <a:pt x="18306" y="3073715"/>
                          </a:cubicBezTo>
                          <a:cubicBezTo>
                            <a:pt x="-15031" y="2859403"/>
                            <a:pt x="1637" y="2637946"/>
                            <a:pt x="32593" y="2402202"/>
                          </a:cubicBezTo>
                          <a:cubicBezTo>
                            <a:pt x="63549" y="2166458"/>
                            <a:pt x="108793" y="1897377"/>
                            <a:pt x="204043" y="1659252"/>
                          </a:cubicBezTo>
                          <a:cubicBezTo>
                            <a:pt x="299293" y="1421127"/>
                            <a:pt x="423118" y="1183002"/>
                            <a:pt x="604093" y="973452"/>
                          </a:cubicBezTo>
                          <a:cubicBezTo>
                            <a:pt x="785068" y="763902"/>
                            <a:pt x="1054149" y="547208"/>
                            <a:pt x="1289893" y="401952"/>
                          </a:cubicBezTo>
                          <a:cubicBezTo>
                            <a:pt x="1525637" y="256696"/>
                            <a:pt x="1766144" y="168590"/>
                            <a:pt x="2018556" y="101915"/>
                          </a:cubicBezTo>
                          <a:cubicBezTo>
                            <a:pt x="2270968" y="35240"/>
                            <a:pt x="2501949" y="-10004"/>
                            <a:pt x="2804368" y="1902"/>
                          </a:cubicBezTo>
                          <a:cubicBezTo>
                            <a:pt x="3106787" y="13808"/>
                            <a:pt x="3518743" y="61433"/>
                            <a:pt x="3833068" y="173352"/>
                          </a:cubicBezTo>
                          <a:cubicBezTo>
                            <a:pt x="4147393" y="285271"/>
                            <a:pt x="4454574" y="497203"/>
                            <a:pt x="4690318" y="673415"/>
                          </a:cubicBezTo>
                          <a:cubicBezTo>
                            <a:pt x="4926062" y="849627"/>
                            <a:pt x="5085606" y="1037746"/>
                            <a:pt x="5247531" y="1230627"/>
                          </a:cubicBezTo>
                          <a:cubicBezTo>
                            <a:pt x="5409456" y="1423508"/>
                            <a:pt x="5542806" y="1606865"/>
                            <a:pt x="5661868" y="1830702"/>
                          </a:cubicBezTo>
                          <a:cubicBezTo>
                            <a:pt x="5780930" y="2054539"/>
                            <a:pt x="5888087" y="2314096"/>
                            <a:pt x="5961906" y="2573652"/>
                          </a:cubicBezTo>
                          <a:cubicBezTo>
                            <a:pt x="6035725" y="2833208"/>
                            <a:pt x="6088112" y="3114196"/>
                            <a:pt x="6104781" y="3388040"/>
                          </a:cubicBezTo>
                          <a:cubicBezTo>
                            <a:pt x="6121450" y="3661884"/>
                            <a:pt x="6095255" y="3957159"/>
                            <a:pt x="6061918" y="4216715"/>
                          </a:cubicBezTo>
                          <a:cubicBezTo>
                            <a:pt x="6028581" y="4476271"/>
                            <a:pt x="5904756" y="4945377"/>
                            <a:pt x="5904756" y="4945377"/>
                          </a:cubicBezTo>
                          <a:lnTo>
                            <a:pt x="5904756" y="4945377"/>
                          </a:lnTo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I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2FA3F74-3644-D88B-8240-228FDC2E3289}"/>
                </a:ext>
              </a:extLst>
            </p:cNvPr>
            <p:cNvSpPr/>
            <p:nvPr/>
          </p:nvSpPr>
          <p:spPr>
            <a:xfrm>
              <a:off x="6572250" y="2717426"/>
              <a:ext cx="3671888" cy="2581207"/>
            </a:xfrm>
            <a:custGeom>
              <a:avLst/>
              <a:gdLst>
                <a:gd name="connsiteX0" fmla="*/ 203776 w 5352398"/>
                <a:gd name="connsiteY0" fmla="*/ 2697255 h 3616775"/>
                <a:gd name="connsiteX1" fmla="*/ 16036 w 5352398"/>
                <a:gd name="connsiteY1" fmla="*/ 2247945 h 3616775"/>
                <a:gd name="connsiteX2" fmla="*/ 28551 w 5352398"/>
                <a:gd name="connsiteY2" fmla="*/ 1756837 h 3616775"/>
                <a:gd name="connsiteX3" fmla="*/ 178744 w 5352398"/>
                <a:gd name="connsiteY3" fmla="*/ 1213485 h 3616775"/>
                <a:gd name="connsiteX4" fmla="*/ 529194 w 5352398"/>
                <a:gd name="connsiteY4" fmla="*/ 711928 h 3616775"/>
                <a:gd name="connsiteX5" fmla="*/ 1129964 w 5352398"/>
                <a:gd name="connsiteY5" fmla="*/ 293965 h 3616775"/>
                <a:gd name="connsiteX6" fmla="*/ 1768284 w 5352398"/>
                <a:gd name="connsiteY6" fmla="*/ 74534 h 3616775"/>
                <a:gd name="connsiteX7" fmla="*/ 2456666 w 5352398"/>
                <a:gd name="connsiteY7" fmla="*/ 1391 h 3616775"/>
                <a:gd name="connsiteX8" fmla="*/ 3357822 w 5352398"/>
                <a:gd name="connsiteY8" fmla="*/ 126780 h 3616775"/>
                <a:gd name="connsiteX9" fmla="*/ 4108786 w 5352398"/>
                <a:gd name="connsiteY9" fmla="*/ 492498 h 3616775"/>
                <a:gd name="connsiteX10" fmla="*/ 4596912 w 5352398"/>
                <a:gd name="connsiteY10" fmla="*/ 900012 h 3616775"/>
                <a:gd name="connsiteX11" fmla="*/ 4959877 w 5352398"/>
                <a:gd name="connsiteY11" fmla="*/ 1338874 h 3616775"/>
                <a:gd name="connsiteX12" fmla="*/ 5222715 w 5352398"/>
                <a:gd name="connsiteY12" fmla="*/ 1882226 h 3616775"/>
                <a:gd name="connsiteX13" fmla="*/ 5347876 w 5352398"/>
                <a:gd name="connsiteY13" fmla="*/ 2477824 h 3616775"/>
                <a:gd name="connsiteX14" fmla="*/ 5310327 w 5352398"/>
                <a:gd name="connsiteY14" fmla="*/ 3083871 h 3616775"/>
                <a:gd name="connsiteX15" fmla="*/ 5172651 w 5352398"/>
                <a:gd name="connsiteY15" fmla="*/ 3616775 h 3616775"/>
                <a:gd name="connsiteX16" fmla="*/ 5172651 w 5352398"/>
                <a:gd name="connsiteY16" fmla="*/ 3616775 h 361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352398" h="3616775" extrusionOk="0">
                  <a:moveTo>
                    <a:pt x="203776" y="2697255"/>
                  </a:moveTo>
                  <a:cubicBezTo>
                    <a:pt x="125609" y="2557618"/>
                    <a:pt x="43543" y="2365145"/>
                    <a:pt x="16036" y="2247945"/>
                  </a:cubicBezTo>
                  <a:cubicBezTo>
                    <a:pt x="6705" y="2076406"/>
                    <a:pt x="20326" y="1923094"/>
                    <a:pt x="28551" y="1756837"/>
                  </a:cubicBezTo>
                  <a:cubicBezTo>
                    <a:pt x="97807" y="1607601"/>
                    <a:pt x="40855" y="1379036"/>
                    <a:pt x="178744" y="1213485"/>
                  </a:cubicBezTo>
                  <a:cubicBezTo>
                    <a:pt x="241283" y="1030912"/>
                    <a:pt x="368922" y="869165"/>
                    <a:pt x="529194" y="711928"/>
                  </a:cubicBezTo>
                  <a:cubicBezTo>
                    <a:pt x="721306" y="570784"/>
                    <a:pt x="984634" y="421635"/>
                    <a:pt x="1129964" y="293965"/>
                  </a:cubicBezTo>
                  <a:cubicBezTo>
                    <a:pt x="1337515" y="180700"/>
                    <a:pt x="1598426" y="84707"/>
                    <a:pt x="1768284" y="74534"/>
                  </a:cubicBezTo>
                  <a:cubicBezTo>
                    <a:pt x="2009306" y="-14004"/>
                    <a:pt x="2232625" y="10280"/>
                    <a:pt x="2456666" y="1391"/>
                  </a:cubicBezTo>
                  <a:cubicBezTo>
                    <a:pt x="2685180" y="36807"/>
                    <a:pt x="3102032" y="84499"/>
                    <a:pt x="3357822" y="126780"/>
                  </a:cubicBezTo>
                  <a:cubicBezTo>
                    <a:pt x="3622356" y="220051"/>
                    <a:pt x="3954419" y="405374"/>
                    <a:pt x="4108786" y="492498"/>
                  </a:cubicBezTo>
                  <a:cubicBezTo>
                    <a:pt x="4282234" y="587349"/>
                    <a:pt x="4456845" y="717028"/>
                    <a:pt x="4596912" y="900012"/>
                  </a:cubicBezTo>
                  <a:cubicBezTo>
                    <a:pt x="4770146" y="1009758"/>
                    <a:pt x="4834135" y="1184814"/>
                    <a:pt x="4959877" y="1338874"/>
                  </a:cubicBezTo>
                  <a:cubicBezTo>
                    <a:pt x="5024392" y="1468000"/>
                    <a:pt x="5170515" y="1701302"/>
                    <a:pt x="5222715" y="1882226"/>
                  </a:cubicBezTo>
                  <a:cubicBezTo>
                    <a:pt x="5284556" y="2091585"/>
                    <a:pt x="5340631" y="2231343"/>
                    <a:pt x="5347876" y="2477824"/>
                  </a:cubicBezTo>
                  <a:cubicBezTo>
                    <a:pt x="5373579" y="2688653"/>
                    <a:pt x="5346481" y="2884842"/>
                    <a:pt x="5310327" y="3083871"/>
                  </a:cubicBezTo>
                  <a:cubicBezTo>
                    <a:pt x="5281123" y="3273695"/>
                    <a:pt x="5172651" y="3616775"/>
                    <a:pt x="5172651" y="3616775"/>
                  </a:cubicBezTo>
                  <a:lnTo>
                    <a:pt x="5172651" y="3616775"/>
                  </a:lnTo>
                </a:path>
              </a:pathLst>
            </a:custGeom>
            <a:noFill/>
            <a:ln w="28575">
              <a:solidFill>
                <a:schemeClr val="bg2">
                  <a:lumMod val="50000"/>
                </a:schemeClr>
              </a:solidFill>
              <a:prstDash val="sysDot"/>
              <a:extLst>
                <a:ext uri="{C807C97D-BFC1-408E-A445-0C87EB9F89A2}">
                  <ask:lineSketchStyleProps xmlns:ask="http://schemas.microsoft.com/office/drawing/2018/sketchyshapes" sd="1891155610">
                    <a:custGeom>
                      <a:avLst/>
                      <a:gdLst>
                        <a:gd name="connsiteX0" fmla="*/ 232618 w 6109943"/>
                        <a:gd name="connsiteY0" fmla="*/ 3688077 h 4945377"/>
                        <a:gd name="connsiteX1" fmla="*/ 18306 w 6109943"/>
                        <a:gd name="connsiteY1" fmla="*/ 3073715 h 4945377"/>
                        <a:gd name="connsiteX2" fmla="*/ 32593 w 6109943"/>
                        <a:gd name="connsiteY2" fmla="*/ 2402202 h 4945377"/>
                        <a:gd name="connsiteX3" fmla="*/ 204043 w 6109943"/>
                        <a:gd name="connsiteY3" fmla="*/ 1659252 h 4945377"/>
                        <a:gd name="connsiteX4" fmla="*/ 604093 w 6109943"/>
                        <a:gd name="connsiteY4" fmla="*/ 973452 h 4945377"/>
                        <a:gd name="connsiteX5" fmla="*/ 1289893 w 6109943"/>
                        <a:gd name="connsiteY5" fmla="*/ 401952 h 4945377"/>
                        <a:gd name="connsiteX6" fmla="*/ 2018556 w 6109943"/>
                        <a:gd name="connsiteY6" fmla="*/ 101915 h 4945377"/>
                        <a:gd name="connsiteX7" fmla="*/ 2804368 w 6109943"/>
                        <a:gd name="connsiteY7" fmla="*/ 1902 h 4945377"/>
                        <a:gd name="connsiteX8" fmla="*/ 3833068 w 6109943"/>
                        <a:gd name="connsiteY8" fmla="*/ 173352 h 4945377"/>
                        <a:gd name="connsiteX9" fmla="*/ 4690318 w 6109943"/>
                        <a:gd name="connsiteY9" fmla="*/ 673415 h 4945377"/>
                        <a:gd name="connsiteX10" fmla="*/ 5247531 w 6109943"/>
                        <a:gd name="connsiteY10" fmla="*/ 1230627 h 4945377"/>
                        <a:gd name="connsiteX11" fmla="*/ 5661868 w 6109943"/>
                        <a:gd name="connsiteY11" fmla="*/ 1830702 h 4945377"/>
                        <a:gd name="connsiteX12" fmla="*/ 5961906 w 6109943"/>
                        <a:gd name="connsiteY12" fmla="*/ 2573652 h 4945377"/>
                        <a:gd name="connsiteX13" fmla="*/ 6104781 w 6109943"/>
                        <a:gd name="connsiteY13" fmla="*/ 3388040 h 4945377"/>
                        <a:gd name="connsiteX14" fmla="*/ 6061918 w 6109943"/>
                        <a:gd name="connsiteY14" fmla="*/ 4216715 h 4945377"/>
                        <a:gd name="connsiteX15" fmla="*/ 5904756 w 6109943"/>
                        <a:gd name="connsiteY15" fmla="*/ 4945377 h 4945377"/>
                        <a:gd name="connsiteX16" fmla="*/ 5904756 w 6109943"/>
                        <a:gd name="connsiteY16" fmla="*/ 4945377 h 49453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6109943" h="4945377">
                          <a:moveTo>
                            <a:pt x="232618" y="3688077"/>
                          </a:moveTo>
                          <a:cubicBezTo>
                            <a:pt x="142130" y="3488052"/>
                            <a:pt x="51643" y="3288027"/>
                            <a:pt x="18306" y="3073715"/>
                          </a:cubicBezTo>
                          <a:cubicBezTo>
                            <a:pt x="-15031" y="2859403"/>
                            <a:pt x="1637" y="2637946"/>
                            <a:pt x="32593" y="2402202"/>
                          </a:cubicBezTo>
                          <a:cubicBezTo>
                            <a:pt x="63549" y="2166458"/>
                            <a:pt x="108793" y="1897377"/>
                            <a:pt x="204043" y="1659252"/>
                          </a:cubicBezTo>
                          <a:cubicBezTo>
                            <a:pt x="299293" y="1421127"/>
                            <a:pt x="423118" y="1183002"/>
                            <a:pt x="604093" y="973452"/>
                          </a:cubicBezTo>
                          <a:cubicBezTo>
                            <a:pt x="785068" y="763902"/>
                            <a:pt x="1054149" y="547208"/>
                            <a:pt x="1289893" y="401952"/>
                          </a:cubicBezTo>
                          <a:cubicBezTo>
                            <a:pt x="1525637" y="256696"/>
                            <a:pt x="1766144" y="168590"/>
                            <a:pt x="2018556" y="101915"/>
                          </a:cubicBezTo>
                          <a:cubicBezTo>
                            <a:pt x="2270968" y="35240"/>
                            <a:pt x="2501949" y="-10004"/>
                            <a:pt x="2804368" y="1902"/>
                          </a:cubicBezTo>
                          <a:cubicBezTo>
                            <a:pt x="3106787" y="13808"/>
                            <a:pt x="3518743" y="61433"/>
                            <a:pt x="3833068" y="173352"/>
                          </a:cubicBezTo>
                          <a:cubicBezTo>
                            <a:pt x="4147393" y="285271"/>
                            <a:pt x="4454574" y="497203"/>
                            <a:pt x="4690318" y="673415"/>
                          </a:cubicBezTo>
                          <a:cubicBezTo>
                            <a:pt x="4926062" y="849627"/>
                            <a:pt x="5085606" y="1037746"/>
                            <a:pt x="5247531" y="1230627"/>
                          </a:cubicBezTo>
                          <a:cubicBezTo>
                            <a:pt x="5409456" y="1423508"/>
                            <a:pt x="5542806" y="1606865"/>
                            <a:pt x="5661868" y="1830702"/>
                          </a:cubicBezTo>
                          <a:cubicBezTo>
                            <a:pt x="5780930" y="2054539"/>
                            <a:pt x="5888087" y="2314096"/>
                            <a:pt x="5961906" y="2573652"/>
                          </a:cubicBezTo>
                          <a:cubicBezTo>
                            <a:pt x="6035725" y="2833208"/>
                            <a:pt x="6088112" y="3114196"/>
                            <a:pt x="6104781" y="3388040"/>
                          </a:cubicBezTo>
                          <a:cubicBezTo>
                            <a:pt x="6121450" y="3661884"/>
                            <a:pt x="6095255" y="3957159"/>
                            <a:pt x="6061918" y="4216715"/>
                          </a:cubicBezTo>
                          <a:cubicBezTo>
                            <a:pt x="6028581" y="4476271"/>
                            <a:pt x="5904756" y="4945377"/>
                            <a:pt x="5904756" y="4945377"/>
                          </a:cubicBezTo>
                          <a:lnTo>
                            <a:pt x="5904756" y="4945377"/>
                          </a:lnTo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I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EA3763F-E52B-9CED-7E8C-C95228CBDD43}"/>
                </a:ext>
              </a:extLst>
            </p:cNvPr>
            <p:cNvSpPr/>
            <p:nvPr/>
          </p:nvSpPr>
          <p:spPr>
            <a:xfrm>
              <a:off x="6894397" y="3206866"/>
              <a:ext cx="2922790" cy="1865197"/>
            </a:xfrm>
            <a:custGeom>
              <a:avLst/>
              <a:gdLst>
                <a:gd name="connsiteX0" fmla="*/ 162204 w 4260461"/>
                <a:gd name="connsiteY0" fmla="*/ 1949054 h 2613505"/>
                <a:gd name="connsiteX1" fmla="*/ 12764 w 4260461"/>
                <a:gd name="connsiteY1" fmla="*/ 1624379 h 2613505"/>
                <a:gd name="connsiteX2" fmla="*/ 22727 w 4260461"/>
                <a:gd name="connsiteY2" fmla="*/ 1269502 h 2613505"/>
                <a:gd name="connsiteX3" fmla="*/ 142279 w 4260461"/>
                <a:gd name="connsiteY3" fmla="*/ 876872 h 2613505"/>
                <a:gd name="connsiteX4" fmla="*/ 421233 w 4260461"/>
                <a:gd name="connsiteY4" fmla="*/ 514444 h 2613505"/>
                <a:gd name="connsiteX5" fmla="*/ 899441 w 4260461"/>
                <a:gd name="connsiteY5" fmla="*/ 212421 h 2613505"/>
                <a:gd name="connsiteX6" fmla="*/ 1407538 w 4260461"/>
                <a:gd name="connsiteY6" fmla="*/ 53859 h 2613505"/>
                <a:gd name="connsiteX7" fmla="*/ 1955484 w 4260461"/>
                <a:gd name="connsiteY7" fmla="*/ 1005 h 2613505"/>
                <a:gd name="connsiteX8" fmla="*/ 2672796 w 4260461"/>
                <a:gd name="connsiteY8" fmla="*/ 91612 h 2613505"/>
                <a:gd name="connsiteX9" fmla="*/ 3270557 w 4260461"/>
                <a:gd name="connsiteY9" fmla="*/ 355882 h 2613505"/>
                <a:gd name="connsiteX10" fmla="*/ 3659101 w 4260461"/>
                <a:gd name="connsiteY10" fmla="*/ 650354 h 2613505"/>
                <a:gd name="connsiteX11" fmla="*/ 3948018 w 4260461"/>
                <a:gd name="connsiteY11" fmla="*/ 967479 h 2613505"/>
                <a:gd name="connsiteX12" fmla="*/ 4157234 w 4260461"/>
                <a:gd name="connsiteY12" fmla="*/ 1360109 h 2613505"/>
                <a:gd name="connsiteX13" fmla="*/ 4256861 w 4260461"/>
                <a:gd name="connsiteY13" fmla="*/ 1790492 h 2613505"/>
                <a:gd name="connsiteX14" fmla="*/ 4226973 w 4260461"/>
                <a:gd name="connsiteY14" fmla="*/ 2228425 h 2613505"/>
                <a:gd name="connsiteX15" fmla="*/ 4117384 w 4260461"/>
                <a:gd name="connsiteY15" fmla="*/ 2613505 h 2613505"/>
                <a:gd name="connsiteX16" fmla="*/ 4117384 w 4260461"/>
                <a:gd name="connsiteY16" fmla="*/ 2613505 h 2613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260461" h="2613505" extrusionOk="0">
                  <a:moveTo>
                    <a:pt x="162204" y="1949054"/>
                  </a:moveTo>
                  <a:cubicBezTo>
                    <a:pt x="101419" y="1823580"/>
                    <a:pt x="67978" y="1739134"/>
                    <a:pt x="12764" y="1624379"/>
                  </a:cubicBezTo>
                  <a:cubicBezTo>
                    <a:pt x="-18232" y="1498774"/>
                    <a:pt x="-10073" y="1395088"/>
                    <a:pt x="22727" y="1269502"/>
                  </a:cubicBezTo>
                  <a:cubicBezTo>
                    <a:pt x="66675" y="1152552"/>
                    <a:pt x="48146" y="1028404"/>
                    <a:pt x="142279" y="876872"/>
                  </a:cubicBezTo>
                  <a:cubicBezTo>
                    <a:pt x="221906" y="746796"/>
                    <a:pt x="281014" y="583203"/>
                    <a:pt x="421233" y="514444"/>
                  </a:cubicBezTo>
                  <a:cubicBezTo>
                    <a:pt x="555100" y="381439"/>
                    <a:pt x="730241" y="293144"/>
                    <a:pt x="899441" y="212421"/>
                  </a:cubicBezTo>
                  <a:cubicBezTo>
                    <a:pt x="1071961" y="114370"/>
                    <a:pt x="1217989" y="91571"/>
                    <a:pt x="1407538" y="53859"/>
                  </a:cubicBezTo>
                  <a:cubicBezTo>
                    <a:pt x="1587549" y="-18464"/>
                    <a:pt x="1732303" y="16415"/>
                    <a:pt x="1955484" y="1005"/>
                  </a:cubicBezTo>
                  <a:cubicBezTo>
                    <a:pt x="2193189" y="-13655"/>
                    <a:pt x="2419294" y="29873"/>
                    <a:pt x="2672796" y="91612"/>
                  </a:cubicBezTo>
                  <a:cubicBezTo>
                    <a:pt x="2869318" y="148678"/>
                    <a:pt x="3099077" y="248352"/>
                    <a:pt x="3270557" y="355882"/>
                  </a:cubicBezTo>
                  <a:cubicBezTo>
                    <a:pt x="3437064" y="441966"/>
                    <a:pt x="3561475" y="521172"/>
                    <a:pt x="3659101" y="650354"/>
                  </a:cubicBezTo>
                  <a:cubicBezTo>
                    <a:pt x="3755770" y="717874"/>
                    <a:pt x="3865478" y="862560"/>
                    <a:pt x="3948018" y="967479"/>
                  </a:cubicBezTo>
                  <a:cubicBezTo>
                    <a:pt x="4073727" y="1091497"/>
                    <a:pt x="4140222" y="1242793"/>
                    <a:pt x="4157234" y="1360109"/>
                  </a:cubicBezTo>
                  <a:cubicBezTo>
                    <a:pt x="4228078" y="1495448"/>
                    <a:pt x="4269142" y="1653322"/>
                    <a:pt x="4256861" y="1790492"/>
                  </a:cubicBezTo>
                  <a:cubicBezTo>
                    <a:pt x="4245569" y="1922676"/>
                    <a:pt x="4250289" y="2088102"/>
                    <a:pt x="4226973" y="2228425"/>
                  </a:cubicBezTo>
                  <a:cubicBezTo>
                    <a:pt x="4203728" y="2365594"/>
                    <a:pt x="4117384" y="2613506"/>
                    <a:pt x="4117384" y="2613505"/>
                  </a:cubicBezTo>
                  <a:lnTo>
                    <a:pt x="4117384" y="2613505"/>
                  </a:lnTo>
                </a:path>
              </a:pathLst>
            </a:custGeom>
            <a:noFill/>
            <a:ln w="28575">
              <a:solidFill>
                <a:schemeClr val="bg2">
                  <a:lumMod val="50000"/>
                </a:schemeClr>
              </a:solidFill>
              <a:prstDash val="sysDot"/>
              <a:extLst>
                <a:ext uri="{C807C97D-BFC1-408E-A445-0C87EB9F89A2}">
                  <ask:lineSketchStyleProps xmlns:ask="http://schemas.microsoft.com/office/drawing/2018/sketchyshapes" sd="926806518">
                    <a:custGeom>
                      <a:avLst/>
                      <a:gdLst>
                        <a:gd name="connsiteX0" fmla="*/ 232618 w 6109943"/>
                        <a:gd name="connsiteY0" fmla="*/ 3688077 h 4945377"/>
                        <a:gd name="connsiteX1" fmla="*/ 18306 w 6109943"/>
                        <a:gd name="connsiteY1" fmla="*/ 3073715 h 4945377"/>
                        <a:gd name="connsiteX2" fmla="*/ 32593 w 6109943"/>
                        <a:gd name="connsiteY2" fmla="*/ 2402202 h 4945377"/>
                        <a:gd name="connsiteX3" fmla="*/ 204043 w 6109943"/>
                        <a:gd name="connsiteY3" fmla="*/ 1659252 h 4945377"/>
                        <a:gd name="connsiteX4" fmla="*/ 604093 w 6109943"/>
                        <a:gd name="connsiteY4" fmla="*/ 973452 h 4945377"/>
                        <a:gd name="connsiteX5" fmla="*/ 1289893 w 6109943"/>
                        <a:gd name="connsiteY5" fmla="*/ 401952 h 4945377"/>
                        <a:gd name="connsiteX6" fmla="*/ 2018556 w 6109943"/>
                        <a:gd name="connsiteY6" fmla="*/ 101915 h 4945377"/>
                        <a:gd name="connsiteX7" fmla="*/ 2804368 w 6109943"/>
                        <a:gd name="connsiteY7" fmla="*/ 1902 h 4945377"/>
                        <a:gd name="connsiteX8" fmla="*/ 3833068 w 6109943"/>
                        <a:gd name="connsiteY8" fmla="*/ 173352 h 4945377"/>
                        <a:gd name="connsiteX9" fmla="*/ 4690318 w 6109943"/>
                        <a:gd name="connsiteY9" fmla="*/ 673415 h 4945377"/>
                        <a:gd name="connsiteX10" fmla="*/ 5247531 w 6109943"/>
                        <a:gd name="connsiteY10" fmla="*/ 1230627 h 4945377"/>
                        <a:gd name="connsiteX11" fmla="*/ 5661868 w 6109943"/>
                        <a:gd name="connsiteY11" fmla="*/ 1830702 h 4945377"/>
                        <a:gd name="connsiteX12" fmla="*/ 5961906 w 6109943"/>
                        <a:gd name="connsiteY12" fmla="*/ 2573652 h 4945377"/>
                        <a:gd name="connsiteX13" fmla="*/ 6104781 w 6109943"/>
                        <a:gd name="connsiteY13" fmla="*/ 3388040 h 4945377"/>
                        <a:gd name="connsiteX14" fmla="*/ 6061918 w 6109943"/>
                        <a:gd name="connsiteY14" fmla="*/ 4216715 h 4945377"/>
                        <a:gd name="connsiteX15" fmla="*/ 5904756 w 6109943"/>
                        <a:gd name="connsiteY15" fmla="*/ 4945377 h 4945377"/>
                        <a:gd name="connsiteX16" fmla="*/ 5904756 w 6109943"/>
                        <a:gd name="connsiteY16" fmla="*/ 4945377 h 49453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6109943" h="4945377">
                          <a:moveTo>
                            <a:pt x="232618" y="3688077"/>
                          </a:moveTo>
                          <a:cubicBezTo>
                            <a:pt x="142130" y="3488052"/>
                            <a:pt x="51643" y="3288027"/>
                            <a:pt x="18306" y="3073715"/>
                          </a:cubicBezTo>
                          <a:cubicBezTo>
                            <a:pt x="-15031" y="2859403"/>
                            <a:pt x="1637" y="2637946"/>
                            <a:pt x="32593" y="2402202"/>
                          </a:cubicBezTo>
                          <a:cubicBezTo>
                            <a:pt x="63549" y="2166458"/>
                            <a:pt x="108793" y="1897377"/>
                            <a:pt x="204043" y="1659252"/>
                          </a:cubicBezTo>
                          <a:cubicBezTo>
                            <a:pt x="299293" y="1421127"/>
                            <a:pt x="423118" y="1183002"/>
                            <a:pt x="604093" y="973452"/>
                          </a:cubicBezTo>
                          <a:cubicBezTo>
                            <a:pt x="785068" y="763902"/>
                            <a:pt x="1054149" y="547208"/>
                            <a:pt x="1289893" y="401952"/>
                          </a:cubicBezTo>
                          <a:cubicBezTo>
                            <a:pt x="1525637" y="256696"/>
                            <a:pt x="1766144" y="168590"/>
                            <a:pt x="2018556" y="101915"/>
                          </a:cubicBezTo>
                          <a:cubicBezTo>
                            <a:pt x="2270968" y="35240"/>
                            <a:pt x="2501949" y="-10004"/>
                            <a:pt x="2804368" y="1902"/>
                          </a:cubicBezTo>
                          <a:cubicBezTo>
                            <a:pt x="3106787" y="13808"/>
                            <a:pt x="3518743" y="61433"/>
                            <a:pt x="3833068" y="173352"/>
                          </a:cubicBezTo>
                          <a:cubicBezTo>
                            <a:pt x="4147393" y="285271"/>
                            <a:pt x="4454574" y="497203"/>
                            <a:pt x="4690318" y="673415"/>
                          </a:cubicBezTo>
                          <a:cubicBezTo>
                            <a:pt x="4926062" y="849627"/>
                            <a:pt x="5085606" y="1037746"/>
                            <a:pt x="5247531" y="1230627"/>
                          </a:cubicBezTo>
                          <a:cubicBezTo>
                            <a:pt x="5409456" y="1423508"/>
                            <a:pt x="5542806" y="1606865"/>
                            <a:pt x="5661868" y="1830702"/>
                          </a:cubicBezTo>
                          <a:cubicBezTo>
                            <a:pt x="5780930" y="2054539"/>
                            <a:pt x="5888087" y="2314096"/>
                            <a:pt x="5961906" y="2573652"/>
                          </a:cubicBezTo>
                          <a:cubicBezTo>
                            <a:pt x="6035725" y="2833208"/>
                            <a:pt x="6088112" y="3114196"/>
                            <a:pt x="6104781" y="3388040"/>
                          </a:cubicBezTo>
                          <a:cubicBezTo>
                            <a:pt x="6121450" y="3661884"/>
                            <a:pt x="6095255" y="3957159"/>
                            <a:pt x="6061918" y="4216715"/>
                          </a:cubicBezTo>
                          <a:cubicBezTo>
                            <a:pt x="6028581" y="4476271"/>
                            <a:pt x="5904756" y="4945377"/>
                            <a:pt x="5904756" y="4945377"/>
                          </a:cubicBezTo>
                          <a:lnTo>
                            <a:pt x="5904756" y="4945377"/>
                          </a:lnTo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I" dirty="0"/>
            </a:p>
          </p:txBody>
        </p:sp>
      </p:grpSp>
      <p:sp>
        <p:nvSpPr>
          <p:cNvPr id="10" name="Freeform 9">
            <a:extLst>
              <a:ext uri="{FF2B5EF4-FFF2-40B4-BE49-F238E27FC236}">
                <a16:creationId xmlns:a16="http://schemas.microsoft.com/office/drawing/2014/main" id="{577AD69C-C04E-4716-DF5E-B42926DABA49}"/>
              </a:ext>
            </a:extLst>
          </p:cNvPr>
          <p:cNvSpPr/>
          <p:nvPr/>
        </p:nvSpPr>
        <p:spPr>
          <a:xfrm>
            <a:off x="1443038" y="1285875"/>
            <a:ext cx="8279082" cy="6372224"/>
          </a:xfrm>
          <a:custGeom>
            <a:avLst/>
            <a:gdLst>
              <a:gd name="connsiteX0" fmla="*/ 315201 w 8279082"/>
              <a:gd name="connsiteY0" fmla="*/ 4752166 h 6372224"/>
              <a:gd name="connsiteX1" fmla="*/ 24804 w 8279082"/>
              <a:gd name="connsiteY1" fmla="*/ 3960547 h 6372224"/>
              <a:gd name="connsiteX2" fmla="*/ 44164 w 8279082"/>
              <a:gd name="connsiteY2" fmla="*/ 3095288 h 6372224"/>
              <a:gd name="connsiteX3" fmla="*/ 276481 w 8279082"/>
              <a:gd name="connsiteY3" fmla="*/ 2137981 h 6372224"/>
              <a:gd name="connsiteX4" fmla="*/ 818556 w 8279082"/>
              <a:gd name="connsiteY4" fmla="*/ 1254313 h 6372224"/>
              <a:gd name="connsiteX5" fmla="*/ 1747828 w 8279082"/>
              <a:gd name="connsiteY5" fmla="*/ 517923 h 6372224"/>
              <a:gd name="connsiteX6" fmla="*/ 2735179 w 8279082"/>
              <a:gd name="connsiteY6" fmla="*/ 131319 h 6372224"/>
              <a:gd name="connsiteX7" fmla="*/ 3799968 w 8279082"/>
              <a:gd name="connsiteY7" fmla="*/ 2450 h 6372224"/>
              <a:gd name="connsiteX8" fmla="*/ 5193875 w 8279082"/>
              <a:gd name="connsiteY8" fmla="*/ 223367 h 6372224"/>
              <a:gd name="connsiteX9" fmla="*/ 6355464 w 8279082"/>
              <a:gd name="connsiteY9" fmla="*/ 867709 h 6372224"/>
              <a:gd name="connsiteX10" fmla="*/ 7110498 w 8279082"/>
              <a:gd name="connsiteY10" fmla="*/ 1585689 h 6372224"/>
              <a:gd name="connsiteX11" fmla="*/ 7671932 w 8279082"/>
              <a:gd name="connsiteY11" fmla="*/ 2358898 h 6372224"/>
              <a:gd name="connsiteX12" fmla="*/ 8078489 w 8279082"/>
              <a:gd name="connsiteY12" fmla="*/ 3316205 h 6372224"/>
              <a:gd name="connsiteX13" fmla="*/ 8272087 w 8279082"/>
              <a:gd name="connsiteY13" fmla="*/ 4365561 h 6372224"/>
              <a:gd name="connsiteX14" fmla="*/ 8214007 w 8279082"/>
              <a:gd name="connsiteY14" fmla="*/ 5433327 h 6372224"/>
              <a:gd name="connsiteX15" fmla="*/ 8001049 w 8279082"/>
              <a:gd name="connsiteY15" fmla="*/ 6372224 h 6372224"/>
              <a:gd name="connsiteX16" fmla="*/ 8001049 w 8279082"/>
              <a:gd name="connsiteY16" fmla="*/ 6372224 h 6372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279082" h="6372224" extrusionOk="0">
                <a:moveTo>
                  <a:pt x="315201" y="4752166"/>
                </a:moveTo>
                <a:cubicBezTo>
                  <a:pt x="175939" y="4484160"/>
                  <a:pt x="-3744" y="4264362"/>
                  <a:pt x="24804" y="3960547"/>
                </a:cubicBezTo>
                <a:cubicBezTo>
                  <a:pt x="-10713" y="3686434"/>
                  <a:pt x="-32749" y="3400161"/>
                  <a:pt x="44164" y="3095288"/>
                </a:cubicBezTo>
                <a:cubicBezTo>
                  <a:pt x="80580" y="2796927"/>
                  <a:pt x="137893" y="2497448"/>
                  <a:pt x="276481" y="2137981"/>
                </a:cubicBezTo>
                <a:cubicBezTo>
                  <a:pt x="359609" y="1806018"/>
                  <a:pt x="585325" y="1530053"/>
                  <a:pt x="818556" y="1254313"/>
                </a:cubicBezTo>
                <a:cubicBezTo>
                  <a:pt x="1134520" y="992696"/>
                  <a:pt x="1435063" y="691356"/>
                  <a:pt x="1747828" y="517923"/>
                </a:cubicBezTo>
                <a:cubicBezTo>
                  <a:pt x="1974865" y="316608"/>
                  <a:pt x="2361800" y="246752"/>
                  <a:pt x="2735179" y="131319"/>
                </a:cubicBezTo>
                <a:cubicBezTo>
                  <a:pt x="3070689" y="-16708"/>
                  <a:pt x="3345967" y="48559"/>
                  <a:pt x="3799968" y="2450"/>
                </a:cubicBezTo>
                <a:cubicBezTo>
                  <a:pt x="4271690" y="52467"/>
                  <a:pt x="4790342" y="84539"/>
                  <a:pt x="5193875" y="223367"/>
                </a:cubicBezTo>
                <a:cubicBezTo>
                  <a:pt x="5534543" y="353789"/>
                  <a:pt x="6045351" y="648282"/>
                  <a:pt x="6355464" y="867709"/>
                </a:cubicBezTo>
                <a:cubicBezTo>
                  <a:pt x="6695287" y="1125107"/>
                  <a:pt x="6896517" y="1393396"/>
                  <a:pt x="7110498" y="1585689"/>
                </a:cubicBezTo>
                <a:cubicBezTo>
                  <a:pt x="7372167" y="1899312"/>
                  <a:pt x="7557574" y="2128018"/>
                  <a:pt x="7671932" y="2358898"/>
                </a:cubicBezTo>
                <a:cubicBezTo>
                  <a:pt x="7871374" y="2613949"/>
                  <a:pt x="7995698" y="2900693"/>
                  <a:pt x="8078489" y="3316205"/>
                </a:cubicBezTo>
                <a:cubicBezTo>
                  <a:pt x="8146426" y="3655918"/>
                  <a:pt x="8242090" y="4007595"/>
                  <a:pt x="8272087" y="4365561"/>
                </a:cubicBezTo>
                <a:cubicBezTo>
                  <a:pt x="8219616" y="4713087"/>
                  <a:pt x="8239714" y="5059205"/>
                  <a:pt x="8214007" y="5433327"/>
                </a:cubicBezTo>
                <a:cubicBezTo>
                  <a:pt x="8168835" y="5767769"/>
                  <a:pt x="8001048" y="6372224"/>
                  <a:pt x="8001049" y="6372224"/>
                </a:cubicBezTo>
                <a:lnTo>
                  <a:pt x="8001049" y="6372224"/>
                </a:lnTo>
              </a:path>
            </a:pathLst>
          </a:custGeom>
          <a:noFill/>
          <a:ln w="28575">
            <a:solidFill>
              <a:srgbClr val="B19EAC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32618 w 6109943"/>
                      <a:gd name="connsiteY0" fmla="*/ 3688077 h 4945377"/>
                      <a:gd name="connsiteX1" fmla="*/ 18306 w 6109943"/>
                      <a:gd name="connsiteY1" fmla="*/ 3073715 h 4945377"/>
                      <a:gd name="connsiteX2" fmla="*/ 32593 w 6109943"/>
                      <a:gd name="connsiteY2" fmla="*/ 2402202 h 4945377"/>
                      <a:gd name="connsiteX3" fmla="*/ 204043 w 6109943"/>
                      <a:gd name="connsiteY3" fmla="*/ 1659252 h 4945377"/>
                      <a:gd name="connsiteX4" fmla="*/ 604093 w 6109943"/>
                      <a:gd name="connsiteY4" fmla="*/ 973452 h 4945377"/>
                      <a:gd name="connsiteX5" fmla="*/ 1289893 w 6109943"/>
                      <a:gd name="connsiteY5" fmla="*/ 401952 h 4945377"/>
                      <a:gd name="connsiteX6" fmla="*/ 2018556 w 6109943"/>
                      <a:gd name="connsiteY6" fmla="*/ 101915 h 4945377"/>
                      <a:gd name="connsiteX7" fmla="*/ 2804368 w 6109943"/>
                      <a:gd name="connsiteY7" fmla="*/ 1902 h 4945377"/>
                      <a:gd name="connsiteX8" fmla="*/ 3833068 w 6109943"/>
                      <a:gd name="connsiteY8" fmla="*/ 173352 h 4945377"/>
                      <a:gd name="connsiteX9" fmla="*/ 4690318 w 6109943"/>
                      <a:gd name="connsiteY9" fmla="*/ 673415 h 4945377"/>
                      <a:gd name="connsiteX10" fmla="*/ 5247531 w 6109943"/>
                      <a:gd name="connsiteY10" fmla="*/ 1230627 h 4945377"/>
                      <a:gd name="connsiteX11" fmla="*/ 5661868 w 6109943"/>
                      <a:gd name="connsiteY11" fmla="*/ 1830702 h 4945377"/>
                      <a:gd name="connsiteX12" fmla="*/ 5961906 w 6109943"/>
                      <a:gd name="connsiteY12" fmla="*/ 2573652 h 4945377"/>
                      <a:gd name="connsiteX13" fmla="*/ 6104781 w 6109943"/>
                      <a:gd name="connsiteY13" fmla="*/ 3388040 h 4945377"/>
                      <a:gd name="connsiteX14" fmla="*/ 6061918 w 6109943"/>
                      <a:gd name="connsiteY14" fmla="*/ 4216715 h 4945377"/>
                      <a:gd name="connsiteX15" fmla="*/ 5904756 w 6109943"/>
                      <a:gd name="connsiteY15" fmla="*/ 4945377 h 4945377"/>
                      <a:gd name="connsiteX16" fmla="*/ 5904756 w 6109943"/>
                      <a:gd name="connsiteY16" fmla="*/ 4945377 h 49453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6109943" h="4945377">
                        <a:moveTo>
                          <a:pt x="232618" y="3688077"/>
                        </a:moveTo>
                        <a:cubicBezTo>
                          <a:pt x="142130" y="3488052"/>
                          <a:pt x="51643" y="3288027"/>
                          <a:pt x="18306" y="3073715"/>
                        </a:cubicBezTo>
                        <a:cubicBezTo>
                          <a:pt x="-15031" y="2859403"/>
                          <a:pt x="1637" y="2637946"/>
                          <a:pt x="32593" y="2402202"/>
                        </a:cubicBezTo>
                        <a:cubicBezTo>
                          <a:pt x="63549" y="2166458"/>
                          <a:pt x="108793" y="1897377"/>
                          <a:pt x="204043" y="1659252"/>
                        </a:cubicBezTo>
                        <a:cubicBezTo>
                          <a:pt x="299293" y="1421127"/>
                          <a:pt x="423118" y="1183002"/>
                          <a:pt x="604093" y="973452"/>
                        </a:cubicBezTo>
                        <a:cubicBezTo>
                          <a:pt x="785068" y="763902"/>
                          <a:pt x="1054149" y="547208"/>
                          <a:pt x="1289893" y="401952"/>
                        </a:cubicBezTo>
                        <a:cubicBezTo>
                          <a:pt x="1525637" y="256696"/>
                          <a:pt x="1766144" y="168590"/>
                          <a:pt x="2018556" y="101915"/>
                        </a:cubicBezTo>
                        <a:cubicBezTo>
                          <a:pt x="2270968" y="35240"/>
                          <a:pt x="2501949" y="-10004"/>
                          <a:pt x="2804368" y="1902"/>
                        </a:cubicBezTo>
                        <a:cubicBezTo>
                          <a:pt x="3106787" y="13808"/>
                          <a:pt x="3518743" y="61433"/>
                          <a:pt x="3833068" y="173352"/>
                        </a:cubicBezTo>
                        <a:cubicBezTo>
                          <a:pt x="4147393" y="285271"/>
                          <a:pt x="4454574" y="497203"/>
                          <a:pt x="4690318" y="673415"/>
                        </a:cubicBezTo>
                        <a:cubicBezTo>
                          <a:pt x="4926062" y="849627"/>
                          <a:pt x="5085606" y="1037746"/>
                          <a:pt x="5247531" y="1230627"/>
                        </a:cubicBezTo>
                        <a:cubicBezTo>
                          <a:pt x="5409456" y="1423508"/>
                          <a:pt x="5542806" y="1606865"/>
                          <a:pt x="5661868" y="1830702"/>
                        </a:cubicBezTo>
                        <a:cubicBezTo>
                          <a:pt x="5780930" y="2054539"/>
                          <a:pt x="5888087" y="2314096"/>
                          <a:pt x="5961906" y="2573652"/>
                        </a:cubicBezTo>
                        <a:cubicBezTo>
                          <a:pt x="6035725" y="2833208"/>
                          <a:pt x="6088112" y="3114196"/>
                          <a:pt x="6104781" y="3388040"/>
                        </a:cubicBezTo>
                        <a:cubicBezTo>
                          <a:pt x="6121450" y="3661884"/>
                          <a:pt x="6095255" y="3957159"/>
                          <a:pt x="6061918" y="4216715"/>
                        </a:cubicBezTo>
                        <a:cubicBezTo>
                          <a:pt x="6028581" y="4476271"/>
                          <a:pt x="5904756" y="4945377"/>
                          <a:pt x="5904756" y="4945377"/>
                        </a:cubicBezTo>
                        <a:lnTo>
                          <a:pt x="5904756" y="4945377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7ADB2D3-8843-297C-81F7-34E0B8F601FC}"/>
              </a:ext>
            </a:extLst>
          </p:cNvPr>
          <p:cNvSpPr/>
          <p:nvPr/>
        </p:nvSpPr>
        <p:spPr>
          <a:xfrm>
            <a:off x="1775161" y="1912482"/>
            <a:ext cx="7254539" cy="5018991"/>
          </a:xfrm>
          <a:custGeom>
            <a:avLst/>
            <a:gdLst>
              <a:gd name="connsiteX0" fmla="*/ 276195 w 7254539"/>
              <a:gd name="connsiteY0" fmla="*/ 3742975 h 5018991"/>
              <a:gd name="connsiteX1" fmla="*/ 21735 w 7254539"/>
              <a:gd name="connsiteY1" fmla="*/ 3119468 h 5018991"/>
              <a:gd name="connsiteX2" fmla="*/ 38698 w 7254539"/>
              <a:gd name="connsiteY2" fmla="*/ 2437959 h 5018991"/>
              <a:gd name="connsiteX3" fmla="*/ 242267 w 7254539"/>
              <a:gd name="connsiteY3" fmla="*/ 1683950 h 5018991"/>
              <a:gd name="connsiteX4" fmla="*/ 717259 w 7254539"/>
              <a:gd name="connsiteY4" fmla="*/ 987942 h 5018991"/>
              <a:gd name="connsiteX5" fmla="*/ 1531532 w 7254539"/>
              <a:gd name="connsiteY5" fmla="*/ 407935 h 5018991"/>
              <a:gd name="connsiteX6" fmla="*/ 2396698 w 7254539"/>
              <a:gd name="connsiteY6" fmla="*/ 103432 h 5018991"/>
              <a:gd name="connsiteX7" fmla="*/ 3329719 w 7254539"/>
              <a:gd name="connsiteY7" fmla="*/ 1930 h 5018991"/>
              <a:gd name="connsiteX8" fmla="*/ 4551129 w 7254539"/>
              <a:gd name="connsiteY8" fmla="*/ 175932 h 5018991"/>
              <a:gd name="connsiteX9" fmla="*/ 5568970 w 7254539"/>
              <a:gd name="connsiteY9" fmla="*/ 683439 h 5018991"/>
              <a:gd name="connsiteX10" fmla="*/ 6230568 w 7254539"/>
              <a:gd name="connsiteY10" fmla="*/ 1248945 h 5018991"/>
              <a:gd name="connsiteX11" fmla="*/ 6722524 w 7254539"/>
              <a:gd name="connsiteY11" fmla="*/ 1857952 h 5018991"/>
              <a:gd name="connsiteX12" fmla="*/ 7078769 w 7254539"/>
              <a:gd name="connsiteY12" fmla="*/ 2611961 h 5018991"/>
              <a:gd name="connsiteX13" fmla="*/ 7248409 w 7254539"/>
              <a:gd name="connsiteY13" fmla="*/ 3438472 h 5018991"/>
              <a:gd name="connsiteX14" fmla="*/ 7197517 w 7254539"/>
              <a:gd name="connsiteY14" fmla="*/ 4279482 h 5018991"/>
              <a:gd name="connsiteX15" fmla="*/ 7010913 w 7254539"/>
              <a:gd name="connsiteY15" fmla="*/ 5018991 h 5018991"/>
              <a:gd name="connsiteX16" fmla="*/ 7010913 w 7254539"/>
              <a:gd name="connsiteY16" fmla="*/ 5018991 h 50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254539" h="5018991" extrusionOk="0">
                <a:moveTo>
                  <a:pt x="276195" y="3742975"/>
                </a:moveTo>
                <a:cubicBezTo>
                  <a:pt x="179887" y="3540060"/>
                  <a:pt x="20156" y="3287620"/>
                  <a:pt x="21735" y="3119468"/>
                </a:cubicBezTo>
                <a:cubicBezTo>
                  <a:pt x="-34388" y="2941645"/>
                  <a:pt x="52703" y="2645784"/>
                  <a:pt x="38698" y="2437959"/>
                </a:cubicBezTo>
                <a:cubicBezTo>
                  <a:pt x="46296" y="2269511"/>
                  <a:pt x="81030" y="1910891"/>
                  <a:pt x="242267" y="1683950"/>
                </a:cubicBezTo>
                <a:cubicBezTo>
                  <a:pt x="370169" y="1359117"/>
                  <a:pt x="490547" y="1159142"/>
                  <a:pt x="717259" y="987942"/>
                </a:cubicBezTo>
                <a:cubicBezTo>
                  <a:pt x="974814" y="853864"/>
                  <a:pt x="1234030" y="550752"/>
                  <a:pt x="1531532" y="407935"/>
                </a:cubicBezTo>
                <a:cubicBezTo>
                  <a:pt x="1886207" y="277310"/>
                  <a:pt x="2167273" y="157144"/>
                  <a:pt x="2396698" y="103432"/>
                </a:cubicBezTo>
                <a:cubicBezTo>
                  <a:pt x="2678049" y="66952"/>
                  <a:pt x="2967183" y="10696"/>
                  <a:pt x="3329719" y="1930"/>
                </a:cubicBezTo>
                <a:cubicBezTo>
                  <a:pt x="3682827" y="-20582"/>
                  <a:pt x="4210502" y="-21593"/>
                  <a:pt x="4551129" y="175932"/>
                </a:cubicBezTo>
                <a:cubicBezTo>
                  <a:pt x="4935421" y="273921"/>
                  <a:pt x="5262803" y="513209"/>
                  <a:pt x="5568970" y="683439"/>
                </a:cubicBezTo>
                <a:cubicBezTo>
                  <a:pt x="5852319" y="799620"/>
                  <a:pt x="6051155" y="1001429"/>
                  <a:pt x="6230568" y="1248945"/>
                </a:cubicBezTo>
                <a:cubicBezTo>
                  <a:pt x="6428484" y="1409898"/>
                  <a:pt x="6529544" y="1604640"/>
                  <a:pt x="6722524" y="1857952"/>
                </a:cubicBezTo>
                <a:cubicBezTo>
                  <a:pt x="6891868" y="2090700"/>
                  <a:pt x="6969354" y="2402222"/>
                  <a:pt x="7078769" y="2611961"/>
                </a:cubicBezTo>
                <a:cubicBezTo>
                  <a:pt x="7199692" y="2821176"/>
                  <a:pt x="7226098" y="3166968"/>
                  <a:pt x="7248409" y="3438472"/>
                </a:cubicBezTo>
                <a:cubicBezTo>
                  <a:pt x="7261976" y="3683983"/>
                  <a:pt x="7265112" y="4021893"/>
                  <a:pt x="7197517" y="4279482"/>
                </a:cubicBezTo>
                <a:cubicBezTo>
                  <a:pt x="7157935" y="4542902"/>
                  <a:pt x="7010913" y="5018992"/>
                  <a:pt x="7010913" y="5018991"/>
                </a:cubicBezTo>
                <a:lnTo>
                  <a:pt x="7010913" y="5018991"/>
                </a:lnTo>
              </a:path>
            </a:pathLst>
          </a:custGeom>
          <a:noFill/>
          <a:ln w="28575">
            <a:solidFill>
              <a:srgbClr val="477567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658789007">
                  <a:custGeom>
                    <a:avLst/>
                    <a:gdLst>
                      <a:gd name="connsiteX0" fmla="*/ 232618 w 6109943"/>
                      <a:gd name="connsiteY0" fmla="*/ 3688077 h 4945377"/>
                      <a:gd name="connsiteX1" fmla="*/ 18306 w 6109943"/>
                      <a:gd name="connsiteY1" fmla="*/ 3073715 h 4945377"/>
                      <a:gd name="connsiteX2" fmla="*/ 32593 w 6109943"/>
                      <a:gd name="connsiteY2" fmla="*/ 2402202 h 4945377"/>
                      <a:gd name="connsiteX3" fmla="*/ 204043 w 6109943"/>
                      <a:gd name="connsiteY3" fmla="*/ 1659252 h 4945377"/>
                      <a:gd name="connsiteX4" fmla="*/ 604093 w 6109943"/>
                      <a:gd name="connsiteY4" fmla="*/ 973452 h 4945377"/>
                      <a:gd name="connsiteX5" fmla="*/ 1289893 w 6109943"/>
                      <a:gd name="connsiteY5" fmla="*/ 401952 h 4945377"/>
                      <a:gd name="connsiteX6" fmla="*/ 2018556 w 6109943"/>
                      <a:gd name="connsiteY6" fmla="*/ 101915 h 4945377"/>
                      <a:gd name="connsiteX7" fmla="*/ 2804368 w 6109943"/>
                      <a:gd name="connsiteY7" fmla="*/ 1902 h 4945377"/>
                      <a:gd name="connsiteX8" fmla="*/ 3833068 w 6109943"/>
                      <a:gd name="connsiteY8" fmla="*/ 173352 h 4945377"/>
                      <a:gd name="connsiteX9" fmla="*/ 4690318 w 6109943"/>
                      <a:gd name="connsiteY9" fmla="*/ 673415 h 4945377"/>
                      <a:gd name="connsiteX10" fmla="*/ 5247531 w 6109943"/>
                      <a:gd name="connsiteY10" fmla="*/ 1230627 h 4945377"/>
                      <a:gd name="connsiteX11" fmla="*/ 5661868 w 6109943"/>
                      <a:gd name="connsiteY11" fmla="*/ 1830702 h 4945377"/>
                      <a:gd name="connsiteX12" fmla="*/ 5961906 w 6109943"/>
                      <a:gd name="connsiteY12" fmla="*/ 2573652 h 4945377"/>
                      <a:gd name="connsiteX13" fmla="*/ 6104781 w 6109943"/>
                      <a:gd name="connsiteY13" fmla="*/ 3388040 h 4945377"/>
                      <a:gd name="connsiteX14" fmla="*/ 6061918 w 6109943"/>
                      <a:gd name="connsiteY14" fmla="*/ 4216715 h 4945377"/>
                      <a:gd name="connsiteX15" fmla="*/ 5904756 w 6109943"/>
                      <a:gd name="connsiteY15" fmla="*/ 4945377 h 4945377"/>
                      <a:gd name="connsiteX16" fmla="*/ 5904756 w 6109943"/>
                      <a:gd name="connsiteY16" fmla="*/ 4945377 h 49453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6109943" h="4945377">
                        <a:moveTo>
                          <a:pt x="232618" y="3688077"/>
                        </a:moveTo>
                        <a:cubicBezTo>
                          <a:pt x="142130" y="3488052"/>
                          <a:pt x="51643" y="3288027"/>
                          <a:pt x="18306" y="3073715"/>
                        </a:cubicBezTo>
                        <a:cubicBezTo>
                          <a:pt x="-15031" y="2859403"/>
                          <a:pt x="1637" y="2637946"/>
                          <a:pt x="32593" y="2402202"/>
                        </a:cubicBezTo>
                        <a:cubicBezTo>
                          <a:pt x="63549" y="2166458"/>
                          <a:pt x="108793" y="1897377"/>
                          <a:pt x="204043" y="1659252"/>
                        </a:cubicBezTo>
                        <a:cubicBezTo>
                          <a:pt x="299293" y="1421127"/>
                          <a:pt x="423118" y="1183002"/>
                          <a:pt x="604093" y="973452"/>
                        </a:cubicBezTo>
                        <a:cubicBezTo>
                          <a:pt x="785068" y="763902"/>
                          <a:pt x="1054149" y="547208"/>
                          <a:pt x="1289893" y="401952"/>
                        </a:cubicBezTo>
                        <a:cubicBezTo>
                          <a:pt x="1525637" y="256696"/>
                          <a:pt x="1766144" y="168590"/>
                          <a:pt x="2018556" y="101915"/>
                        </a:cubicBezTo>
                        <a:cubicBezTo>
                          <a:pt x="2270968" y="35240"/>
                          <a:pt x="2501949" y="-10004"/>
                          <a:pt x="2804368" y="1902"/>
                        </a:cubicBezTo>
                        <a:cubicBezTo>
                          <a:pt x="3106787" y="13808"/>
                          <a:pt x="3518743" y="61433"/>
                          <a:pt x="3833068" y="173352"/>
                        </a:cubicBezTo>
                        <a:cubicBezTo>
                          <a:pt x="4147393" y="285271"/>
                          <a:pt x="4454574" y="497203"/>
                          <a:pt x="4690318" y="673415"/>
                        </a:cubicBezTo>
                        <a:cubicBezTo>
                          <a:pt x="4926062" y="849627"/>
                          <a:pt x="5085606" y="1037746"/>
                          <a:pt x="5247531" y="1230627"/>
                        </a:cubicBezTo>
                        <a:cubicBezTo>
                          <a:pt x="5409456" y="1423508"/>
                          <a:pt x="5542806" y="1606865"/>
                          <a:pt x="5661868" y="1830702"/>
                        </a:cubicBezTo>
                        <a:cubicBezTo>
                          <a:pt x="5780930" y="2054539"/>
                          <a:pt x="5888087" y="2314096"/>
                          <a:pt x="5961906" y="2573652"/>
                        </a:cubicBezTo>
                        <a:cubicBezTo>
                          <a:pt x="6035725" y="2833208"/>
                          <a:pt x="6088112" y="3114196"/>
                          <a:pt x="6104781" y="3388040"/>
                        </a:cubicBezTo>
                        <a:cubicBezTo>
                          <a:pt x="6121450" y="3661884"/>
                          <a:pt x="6095255" y="3957159"/>
                          <a:pt x="6061918" y="4216715"/>
                        </a:cubicBezTo>
                        <a:cubicBezTo>
                          <a:pt x="6028581" y="4476271"/>
                          <a:pt x="5904756" y="4945377"/>
                          <a:pt x="5904756" y="4945377"/>
                        </a:cubicBezTo>
                        <a:lnTo>
                          <a:pt x="5904756" y="4945377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125A7D9-64A0-2BC3-7AC4-B73976FBC08D}"/>
              </a:ext>
            </a:extLst>
          </p:cNvPr>
          <p:cNvSpPr/>
          <p:nvPr/>
        </p:nvSpPr>
        <p:spPr>
          <a:xfrm>
            <a:off x="2200275" y="2581750"/>
            <a:ext cx="5972175" cy="4276250"/>
          </a:xfrm>
          <a:custGeom>
            <a:avLst/>
            <a:gdLst>
              <a:gd name="connsiteX0" fmla="*/ 227372 w 5972175"/>
              <a:gd name="connsiteY0" fmla="*/ 3189067 h 4276250"/>
              <a:gd name="connsiteX1" fmla="*/ 17893 w 5972175"/>
              <a:gd name="connsiteY1" fmla="*/ 2657830 h 4276250"/>
              <a:gd name="connsiteX2" fmla="*/ 31858 w 5972175"/>
              <a:gd name="connsiteY2" fmla="*/ 2077175 h 4276250"/>
              <a:gd name="connsiteX3" fmla="*/ 199442 w 5972175"/>
              <a:gd name="connsiteY3" fmla="*/ 1434749 h 4276250"/>
              <a:gd name="connsiteX4" fmla="*/ 590471 w 5972175"/>
              <a:gd name="connsiteY4" fmla="*/ 841740 h 4276250"/>
              <a:gd name="connsiteX5" fmla="*/ 1260808 w 5972175"/>
              <a:gd name="connsiteY5" fmla="*/ 347566 h 4276250"/>
              <a:gd name="connsiteX6" fmla="*/ 1973041 w 5972175"/>
              <a:gd name="connsiteY6" fmla="*/ 88125 h 4276250"/>
              <a:gd name="connsiteX7" fmla="*/ 2741134 w 5972175"/>
              <a:gd name="connsiteY7" fmla="*/ 1644 h 4276250"/>
              <a:gd name="connsiteX8" fmla="*/ 3746639 w 5972175"/>
              <a:gd name="connsiteY8" fmla="*/ 149896 h 4276250"/>
              <a:gd name="connsiteX9" fmla="*/ 4584559 w 5972175"/>
              <a:gd name="connsiteY9" fmla="*/ 582299 h 4276250"/>
              <a:gd name="connsiteX10" fmla="*/ 5129208 w 5972175"/>
              <a:gd name="connsiteY10" fmla="*/ 1064118 h 4276250"/>
              <a:gd name="connsiteX11" fmla="*/ 5534203 w 5972175"/>
              <a:gd name="connsiteY11" fmla="*/ 1583001 h 4276250"/>
              <a:gd name="connsiteX12" fmla="*/ 5827475 w 5972175"/>
              <a:gd name="connsiteY12" fmla="*/ 2225427 h 4276250"/>
              <a:gd name="connsiteX13" fmla="*/ 5967129 w 5972175"/>
              <a:gd name="connsiteY13" fmla="*/ 2929626 h 4276250"/>
              <a:gd name="connsiteX14" fmla="*/ 5925232 w 5972175"/>
              <a:gd name="connsiteY14" fmla="*/ 3646178 h 4276250"/>
              <a:gd name="connsiteX15" fmla="*/ 5771614 w 5972175"/>
              <a:gd name="connsiteY15" fmla="*/ 4276250 h 4276250"/>
              <a:gd name="connsiteX16" fmla="*/ 5771614 w 5972175"/>
              <a:gd name="connsiteY16" fmla="*/ 4276250 h 427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972175" h="4276250" extrusionOk="0">
                <a:moveTo>
                  <a:pt x="227372" y="3189067"/>
                </a:moveTo>
                <a:cubicBezTo>
                  <a:pt x="147197" y="3066044"/>
                  <a:pt x="50077" y="2833803"/>
                  <a:pt x="17893" y="2657830"/>
                </a:cubicBezTo>
                <a:cubicBezTo>
                  <a:pt x="4936" y="2457893"/>
                  <a:pt x="30487" y="2271614"/>
                  <a:pt x="31858" y="2077175"/>
                </a:cubicBezTo>
                <a:cubicBezTo>
                  <a:pt x="84982" y="1885903"/>
                  <a:pt x="86968" y="1637595"/>
                  <a:pt x="199442" y="1434749"/>
                </a:cubicBezTo>
                <a:cubicBezTo>
                  <a:pt x="229853" y="1203585"/>
                  <a:pt x="402325" y="1048772"/>
                  <a:pt x="590471" y="841740"/>
                </a:cubicBezTo>
                <a:cubicBezTo>
                  <a:pt x="821639" y="680116"/>
                  <a:pt x="1036522" y="475320"/>
                  <a:pt x="1260808" y="347566"/>
                </a:cubicBezTo>
                <a:cubicBezTo>
                  <a:pt x="1497521" y="179304"/>
                  <a:pt x="1735653" y="138753"/>
                  <a:pt x="1973041" y="88125"/>
                </a:cubicBezTo>
                <a:cubicBezTo>
                  <a:pt x="2236619" y="-3216"/>
                  <a:pt x="2459377" y="-2692"/>
                  <a:pt x="2741134" y="1644"/>
                </a:cubicBezTo>
                <a:cubicBezTo>
                  <a:pt x="2975438" y="56904"/>
                  <a:pt x="3466551" y="108037"/>
                  <a:pt x="3746639" y="149896"/>
                </a:cubicBezTo>
                <a:cubicBezTo>
                  <a:pt x="4008298" y="294784"/>
                  <a:pt x="4398215" y="465221"/>
                  <a:pt x="4584559" y="582299"/>
                </a:cubicBezTo>
                <a:cubicBezTo>
                  <a:pt x="4767932" y="686256"/>
                  <a:pt x="4971236" y="890221"/>
                  <a:pt x="5129208" y="1064118"/>
                </a:cubicBezTo>
                <a:cubicBezTo>
                  <a:pt x="5313755" y="1204686"/>
                  <a:pt x="5397554" y="1398566"/>
                  <a:pt x="5534203" y="1583001"/>
                </a:cubicBezTo>
                <a:cubicBezTo>
                  <a:pt x="5617509" y="1747811"/>
                  <a:pt x="5772003" y="2012901"/>
                  <a:pt x="5827475" y="2225427"/>
                </a:cubicBezTo>
                <a:cubicBezTo>
                  <a:pt x="5897288" y="2466060"/>
                  <a:pt x="5957485" y="2651081"/>
                  <a:pt x="5967129" y="2929626"/>
                </a:cubicBezTo>
                <a:cubicBezTo>
                  <a:pt x="5998548" y="3180799"/>
                  <a:pt x="5962704" y="3415270"/>
                  <a:pt x="5925232" y="3646178"/>
                </a:cubicBezTo>
                <a:cubicBezTo>
                  <a:pt x="5892647" y="3870614"/>
                  <a:pt x="5771614" y="4276250"/>
                  <a:pt x="5771614" y="4276250"/>
                </a:cubicBezTo>
                <a:lnTo>
                  <a:pt x="5771614" y="4276250"/>
                </a:lnTo>
              </a:path>
            </a:pathLst>
          </a:custGeom>
          <a:noFill/>
          <a:ln w="28575">
            <a:solidFill>
              <a:srgbClr val="537555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891155610">
                  <a:custGeom>
                    <a:avLst/>
                    <a:gdLst>
                      <a:gd name="connsiteX0" fmla="*/ 232618 w 6109943"/>
                      <a:gd name="connsiteY0" fmla="*/ 3688077 h 4945377"/>
                      <a:gd name="connsiteX1" fmla="*/ 18306 w 6109943"/>
                      <a:gd name="connsiteY1" fmla="*/ 3073715 h 4945377"/>
                      <a:gd name="connsiteX2" fmla="*/ 32593 w 6109943"/>
                      <a:gd name="connsiteY2" fmla="*/ 2402202 h 4945377"/>
                      <a:gd name="connsiteX3" fmla="*/ 204043 w 6109943"/>
                      <a:gd name="connsiteY3" fmla="*/ 1659252 h 4945377"/>
                      <a:gd name="connsiteX4" fmla="*/ 604093 w 6109943"/>
                      <a:gd name="connsiteY4" fmla="*/ 973452 h 4945377"/>
                      <a:gd name="connsiteX5" fmla="*/ 1289893 w 6109943"/>
                      <a:gd name="connsiteY5" fmla="*/ 401952 h 4945377"/>
                      <a:gd name="connsiteX6" fmla="*/ 2018556 w 6109943"/>
                      <a:gd name="connsiteY6" fmla="*/ 101915 h 4945377"/>
                      <a:gd name="connsiteX7" fmla="*/ 2804368 w 6109943"/>
                      <a:gd name="connsiteY7" fmla="*/ 1902 h 4945377"/>
                      <a:gd name="connsiteX8" fmla="*/ 3833068 w 6109943"/>
                      <a:gd name="connsiteY8" fmla="*/ 173352 h 4945377"/>
                      <a:gd name="connsiteX9" fmla="*/ 4690318 w 6109943"/>
                      <a:gd name="connsiteY9" fmla="*/ 673415 h 4945377"/>
                      <a:gd name="connsiteX10" fmla="*/ 5247531 w 6109943"/>
                      <a:gd name="connsiteY10" fmla="*/ 1230627 h 4945377"/>
                      <a:gd name="connsiteX11" fmla="*/ 5661868 w 6109943"/>
                      <a:gd name="connsiteY11" fmla="*/ 1830702 h 4945377"/>
                      <a:gd name="connsiteX12" fmla="*/ 5961906 w 6109943"/>
                      <a:gd name="connsiteY12" fmla="*/ 2573652 h 4945377"/>
                      <a:gd name="connsiteX13" fmla="*/ 6104781 w 6109943"/>
                      <a:gd name="connsiteY13" fmla="*/ 3388040 h 4945377"/>
                      <a:gd name="connsiteX14" fmla="*/ 6061918 w 6109943"/>
                      <a:gd name="connsiteY14" fmla="*/ 4216715 h 4945377"/>
                      <a:gd name="connsiteX15" fmla="*/ 5904756 w 6109943"/>
                      <a:gd name="connsiteY15" fmla="*/ 4945377 h 4945377"/>
                      <a:gd name="connsiteX16" fmla="*/ 5904756 w 6109943"/>
                      <a:gd name="connsiteY16" fmla="*/ 4945377 h 49453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6109943" h="4945377">
                        <a:moveTo>
                          <a:pt x="232618" y="3688077"/>
                        </a:moveTo>
                        <a:cubicBezTo>
                          <a:pt x="142130" y="3488052"/>
                          <a:pt x="51643" y="3288027"/>
                          <a:pt x="18306" y="3073715"/>
                        </a:cubicBezTo>
                        <a:cubicBezTo>
                          <a:pt x="-15031" y="2859403"/>
                          <a:pt x="1637" y="2637946"/>
                          <a:pt x="32593" y="2402202"/>
                        </a:cubicBezTo>
                        <a:cubicBezTo>
                          <a:pt x="63549" y="2166458"/>
                          <a:pt x="108793" y="1897377"/>
                          <a:pt x="204043" y="1659252"/>
                        </a:cubicBezTo>
                        <a:cubicBezTo>
                          <a:pt x="299293" y="1421127"/>
                          <a:pt x="423118" y="1183002"/>
                          <a:pt x="604093" y="973452"/>
                        </a:cubicBezTo>
                        <a:cubicBezTo>
                          <a:pt x="785068" y="763902"/>
                          <a:pt x="1054149" y="547208"/>
                          <a:pt x="1289893" y="401952"/>
                        </a:cubicBezTo>
                        <a:cubicBezTo>
                          <a:pt x="1525637" y="256696"/>
                          <a:pt x="1766144" y="168590"/>
                          <a:pt x="2018556" y="101915"/>
                        </a:cubicBezTo>
                        <a:cubicBezTo>
                          <a:pt x="2270968" y="35240"/>
                          <a:pt x="2501949" y="-10004"/>
                          <a:pt x="2804368" y="1902"/>
                        </a:cubicBezTo>
                        <a:cubicBezTo>
                          <a:pt x="3106787" y="13808"/>
                          <a:pt x="3518743" y="61433"/>
                          <a:pt x="3833068" y="173352"/>
                        </a:cubicBezTo>
                        <a:cubicBezTo>
                          <a:pt x="4147393" y="285271"/>
                          <a:pt x="4454574" y="497203"/>
                          <a:pt x="4690318" y="673415"/>
                        </a:cubicBezTo>
                        <a:cubicBezTo>
                          <a:pt x="4926062" y="849627"/>
                          <a:pt x="5085606" y="1037746"/>
                          <a:pt x="5247531" y="1230627"/>
                        </a:cubicBezTo>
                        <a:cubicBezTo>
                          <a:pt x="5409456" y="1423508"/>
                          <a:pt x="5542806" y="1606865"/>
                          <a:pt x="5661868" y="1830702"/>
                        </a:cubicBezTo>
                        <a:cubicBezTo>
                          <a:pt x="5780930" y="2054539"/>
                          <a:pt x="5888087" y="2314096"/>
                          <a:pt x="5961906" y="2573652"/>
                        </a:cubicBezTo>
                        <a:cubicBezTo>
                          <a:pt x="6035725" y="2833208"/>
                          <a:pt x="6088112" y="3114196"/>
                          <a:pt x="6104781" y="3388040"/>
                        </a:cubicBezTo>
                        <a:cubicBezTo>
                          <a:pt x="6121450" y="3661884"/>
                          <a:pt x="6095255" y="3957159"/>
                          <a:pt x="6061918" y="4216715"/>
                        </a:cubicBezTo>
                        <a:cubicBezTo>
                          <a:pt x="6028581" y="4476271"/>
                          <a:pt x="5904756" y="4945377"/>
                          <a:pt x="5904756" y="4945377"/>
                        </a:cubicBezTo>
                        <a:lnTo>
                          <a:pt x="5904756" y="4945377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874BEC98-0AF6-F9DF-76FC-08C1F3014AD7}"/>
              </a:ext>
            </a:extLst>
          </p:cNvPr>
          <p:cNvSpPr/>
          <p:nvPr/>
        </p:nvSpPr>
        <p:spPr>
          <a:xfrm>
            <a:off x="2707731" y="3671888"/>
            <a:ext cx="4764629" cy="3094517"/>
          </a:xfrm>
          <a:custGeom>
            <a:avLst/>
            <a:gdLst>
              <a:gd name="connsiteX0" fmla="*/ 181399 w 4764629"/>
              <a:gd name="connsiteY0" fmla="*/ 2307774 h 3094517"/>
              <a:gd name="connsiteX1" fmla="*/ 14275 w 4764629"/>
              <a:gd name="connsiteY1" fmla="*/ 1923344 h 3094517"/>
              <a:gd name="connsiteX2" fmla="*/ 25416 w 4764629"/>
              <a:gd name="connsiteY2" fmla="*/ 1503152 h 3094517"/>
              <a:gd name="connsiteX3" fmla="*/ 159115 w 4764629"/>
              <a:gd name="connsiteY3" fmla="*/ 1038259 h 3094517"/>
              <a:gd name="connsiteX4" fmla="*/ 471081 w 4764629"/>
              <a:gd name="connsiteY4" fmla="*/ 609127 h 3094517"/>
              <a:gd name="connsiteX5" fmla="*/ 1005878 w 4764629"/>
              <a:gd name="connsiteY5" fmla="*/ 251517 h 3094517"/>
              <a:gd name="connsiteX6" fmla="*/ 1574101 w 4764629"/>
              <a:gd name="connsiteY6" fmla="*/ 63772 h 3094517"/>
              <a:gd name="connsiteX7" fmla="*/ 2186889 w 4764629"/>
              <a:gd name="connsiteY7" fmla="*/ 1190 h 3094517"/>
              <a:gd name="connsiteX8" fmla="*/ 2989086 w 4764629"/>
              <a:gd name="connsiteY8" fmla="*/ 108473 h 3094517"/>
              <a:gd name="connsiteX9" fmla="*/ 3657583 w 4764629"/>
              <a:gd name="connsiteY9" fmla="*/ 421382 h 3094517"/>
              <a:gd name="connsiteX10" fmla="*/ 4092106 w 4764629"/>
              <a:gd name="connsiteY10" fmla="*/ 770051 h 3094517"/>
              <a:gd name="connsiteX11" fmla="*/ 4415213 w 4764629"/>
              <a:gd name="connsiteY11" fmla="*/ 1145542 h 3094517"/>
              <a:gd name="connsiteX12" fmla="*/ 4649187 w 4764629"/>
              <a:gd name="connsiteY12" fmla="*/ 1610435 h 3094517"/>
              <a:gd name="connsiteX13" fmla="*/ 4760603 w 4764629"/>
              <a:gd name="connsiteY13" fmla="*/ 2120029 h 3094517"/>
              <a:gd name="connsiteX14" fmla="*/ 4727178 w 4764629"/>
              <a:gd name="connsiteY14" fmla="*/ 2638564 h 3094517"/>
              <a:gd name="connsiteX15" fmla="*/ 4604620 w 4764629"/>
              <a:gd name="connsiteY15" fmla="*/ 3094517 h 3094517"/>
              <a:gd name="connsiteX16" fmla="*/ 4604620 w 4764629"/>
              <a:gd name="connsiteY16" fmla="*/ 3094517 h 3094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64629" h="3094517" extrusionOk="0">
                <a:moveTo>
                  <a:pt x="181399" y="2307774"/>
                </a:moveTo>
                <a:cubicBezTo>
                  <a:pt x="111222" y="2179304"/>
                  <a:pt x="43555" y="2057601"/>
                  <a:pt x="14275" y="1923344"/>
                </a:cubicBezTo>
                <a:cubicBezTo>
                  <a:pt x="-33339" y="1754799"/>
                  <a:pt x="-23017" y="1652838"/>
                  <a:pt x="25416" y="1503152"/>
                </a:cubicBezTo>
                <a:cubicBezTo>
                  <a:pt x="90485" y="1369612"/>
                  <a:pt x="60371" y="1209941"/>
                  <a:pt x="159115" y="1038259"/>
                </a:cubicBezTo>
                <a:cubicBezTo>
                  <a:pt x="250792" y="883680"/>
                  <a:pt x="315022" y="695556"/>
                  <a:pt x="471081" y="609127"/>
                </a:cubicBezTo>
                <a:cubicBezTo>
                  <a:pt x="614327" y="471854"/>
                  <a:pt x="796532" y="363378"/>
                  <a:pt x="1005878" y="251517"/>
                </a:cubicBezTo>
                <a:cubicBezTo>
                  <a:pt x="1200576" y="132202"/>
                  <a:pt x="1371977" y="106460"/>
                  <a:pt x="1574101" y="63772"/>
                </a:cubicBezTo>
                <a:cubicBezTo>
                  <a:pt x="1774235" y="-8511"/>
                  <a:pt x="1948737" y="-2167"/>
                  <a:pt x="2186889" y="1190"/>
                </a:cubicBezTo>
                <a:cubicBezTo>
                  <a:pt x="2447504" y="-10715"/>
                  <a:pt x="2729400" y="37341"/>
                  <a:pt x="2989086" y="108473"/>
                </a:cubicBezTo>
                <a:cubicBezTo>
                  <a:pt x="3225355" y="177693"/>
                  <a:pt x="3457510" y="278151"/>
                  <a:pt x="3657583" y="421382"/>
                </a:cubicBezTo>
                <a:cubicBezTo>
                  <a:pt x="3847374" y="511903"/>
                  <a:pt x="3983809" y="617312"/>
                  <a:pt x="4092106" y="770051"/>
                </a:cubicBezTo>
                <a:cubicBezTo>
                  <a:pt x="4202268" y="856609"/>
                  <a:pt x="4323888" y="1047733"/>
                  <a:pt x="4415213" y="1145542"/>
                </a:cubicBezTo>
                <a:cubicBezTo>
                  <a:pt x="4514759" y="1286504"/>
                  <a:pt x="4599124" y="1452342"/>
                  <a:pt x="4649187" y="1610435"/>
                </a:cubicBezTo>
                <a:cubicBezTo>
                  <a:pt x="4733324" y="1770340"/>
                  <a:pt x="4767255" y="1954880"/>
                  <a:pt x="4760603" y="2120029"/>
                </a:cubicBezTo>
                <a:cubicBezTo>
                  <a:pt x="4765831" y="2287133"/>
                  <a:pt x="4753403" y="2465958"/>
                  <a:pt x="4727178" y="2638564"/>
                </a:cubicBezTo>
                <a:cubicBezTo>
                  <a:pt x="4701182" y="2800978"/>
                  <a:pt x="4604620" y="3094518"/>
                  <a:pt x="4604620" y="3094517"/>
                </a:cubicBezTo>
                <a:lnTo>
                  <a:pt x="4604620" y="3094517"/>
                </a:lnTo>
              </a:path>
            </a:pathLst>
          </a:custGeom>
          <a:noFill/>
          <a:ln w="31750">
            <a:solidFill>
              <a:schemeClr val="bg2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926806518">
                  <a:custGeom>
                    <a:avLst/>
                    <a:gdLst>
                      <a:gd name="connsiteX0" fmla="*/ 232618 w 6109943"/>
                      <a:gd name="connsiteY0" fmla="*/ 3688077 h 4945377"/>
                      <a:gd name="connsiteX1" fmla="*/ 18306 w 6109943"/>
                      <a:gd name="connsiteY1" fmla="*/ 3073715 h 4945377"/>
                      <a:gd name="connsiteX2" fmla="*/ 32593 w 6109943"/>
                      <a:gd name="connsiteY2" fmla="*/ 2402202 h 4945377"/>
                      <a:gd name="connsiteX3" fmla="*/ 204043 w 6109943"/>
                      <a:gd name="connsiteY3" fmla="*/ 1659252 h 4945377"/>
                      <a:gd name="connsiteX4" fmla="*/ 604093 w 6109943"/>
                      <a:gd name="connsiteY4" fmla="*/ 973452 h 4945377"/>
                      <a:gd name="connsiteX5" fmla="*/ 1289893 w 6109943"/>
                      <a:gd name="connsiteY5" fmla="*/ 401952 h 4945377"/>
                      <a:gd name="connsiteX6" fmla="*/ 2018556 w 6109943"/>
                      <a:gd name="connsiteY6" fmla="*/ 101915 h 4945377"/>
                      <a:gd name="connsiteX7" fmla="*/ 2804368 w 6109943"/>
                      <a:gd name="connsiteY7" fmla="*/ 1902 h 4945377"/>
                      <a:gd name="connsiteX8" fmla="*/ 3833068 w 6109943"/>
                      <a:gd name="connsiteY8" fmla="*/ 173352 h 4945377"/>
                      <a:gd name="connsiteX9" fmla="*/ 4690318 w 6109943"/>
                      <a:gd name="connsiteY9" fmla="*/ 673415 h 4945377"/>
                      <a:gd name="connsiteX10" fmla="*/ 5247531 w 6109943"/>
                      <a:gd name="connsiteY10" fmla="*/ 1230627 h 4945377"/>
                      <a:gd name="connsiteX11" fmla="*/ 5661868 w 6109943"/>
                      <a:gd name="connsiteY11" fmla="*/ 1830702 h 4945377"/>
                      <a:gd name="connsiteX12" fmla="*/ 5961906 w 6109943"/>
                      <a:gd name="connsiteY12" fmla="*/ 2573652 h 4945377"/>
                      <a:gd name="connsiteX13" fmla="*/ 6104781 w 6109943"/>
                      <a:gd name="connsiteY13" fmla="*/ 3388040 h 4945377"/>
                      <a:gd name="connsiteX14" fmla="*/ 6061918 w 6109943"/>
                      <a:gd name="connsiteY14" fmla="*/ 4216715 h 4945377"/>
                      <a:gd name="connsiteX15" fmla="*/ 5904756 w 6109943"/>
                      <a:gd name="connsiteY15" fmla="*/ 4945377 h 4945377"/>
                      <a:gd name="connsiteX16" fmla="*/ 5904756 w 6109943"/>
                      <a:gd name="connsiteY16" fmla="*/ 4945377 h 49453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6109943" h="4945377">
                        <a:moveTo>
                          <a:pt x="232618" y="3688077"/>
                        </a:moveTo>
                        <a:cubicBezTo>
                          <a:pt x="142130" y="3488052"/>
                          <a:pt x="51643" y="3288027"/>
                          <a:pt x="18306" y="3073715"/>
                        </a:cubicBezTo>
                        <a:cubicBezTo>
                          <a:pt x="-15031" y="2859403"/>
                          <a:pt x="1637" y="2637946"/>
                          <a:pt x="32593" y="2402202"/>
                        </a:cubicBezTo>
                        <a:cubicBezTo>
                          <a:pt x="63549" y="2166458"/>
                          <a:pt x="108793" y="1897377"/>
                          <a:pt x="204043" y="1659252"/>
                        </a:cubicBezTo>
                        <a:cubicBezTo>
                          <a:pt x="299293" y="1421127"/>
                          <a:pt x="423118" y="1183002"/>
                          <a:pt x="604093" y="973452"/>
                        </a:cubicBezTo>
                        <a:cubicBezTo>
                          <a:pt x="785068" y="763902"/>
                          <a:pt x="1054149" y="547208"/>
                          <a:pt x="1289893" y="401952"/>
                        </a:cubicBezTo>
                        <a:cubicBezTo>
                          <a:pt x="1525637" y="256696"/>
                          <a:pt x="1766144" y="168590"/>
                          <a:pt x="2018556" y="101915"/>
                        </a:cubicBezTo>
                        <a:cubicBezTo>
                          <a:pt x="2270968" y="35240"/>
                          <a:pt x="2501949" y="-10004"/>
                          <a:pt x="2804368" y="1902"/>
                        </a:cubicBezTo>
                        <a:cubicBezTo>
                          <a:pt x="3106787" y="13808"/>
                          <a:pt x="3518743" y="61433"/>
                          <a:pt x="3833068" y="173352"/>
                        </a:cubicBezTo>
                        <a:cubicBezTo>
                          <a:pt x="4147393" y="285271"/>
                          <a:pt x="4454574" y="497203"/>
                          <a:pt x="4690318" y="673415"/>
                        </a:cubicBezTo>
                        <a:cubicBezTo>
                          <a:pt x="4926062" y="849627"/>
                          <a:pt x="5085606" y="1037746"/>
                          <a:pt x="5247531" y="1230627"/>
                        </a:cubicBezTo>
                        <a:cubicBezTo>
                          <a:pt x="5409456" y="1423508"/>
                          <a:pt x="5542806" y="1606865"/>
                          <a:pt x="5661868" y="1830702"/>
                        </a:cubicBezTo>
                        <a:cubicBezTo>
                          <a:pt x="5780930" y="2054539"/>
                          <a:pt x="5888087" y="2314096"/>
                          <a:pt x="5961906" y="2573652"/>
                        </a:cubicBezTo>
                        <a:cubicBezTo>
                          <a:pt x="6035725" y="2833208"/>
                          <a:pt x="6088112" y="3114196"/>
                          <a:pt x="6104781" y="3388040"/>
                        </a:cubicBezTo>
                        <a:cubicBezTo>
                          <a:pt x="6121450" y="3661884"/>
                          <a:pt x="6095255" y="3957159"/>
                          <a:pt x="6061918" y="4216715"/>
                        </a:cubicBezTo>
                        <a:cubicBezTo>
                          <a:pt x="6028581" y="4476271"/>
                          <a:pt x="5904756" y="4945377"/>
                          <a:pt x="5904756" y="4945377"/>
                        </a:cubicBezTo>
                        <a:lnTo>
                          <a:pt x="5904756" y="4945377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BB615875-1095-EAD0-A135-E9542CF455CF}"/>
              </a:ext>
            </a:extLst>
          </p:cNvPr>
          <p:cNvSpPr/>
          <p:nvPr/>
        </p:nvSpPr>
        <p:spPr>
          <a:xfrm>
            <a:off x="889642" y="671515"/>
            <a:ext cx="9570061" cy="7200517"/>
          </a:xfrm>
          <a:custGeom>
            <a:avLst/>
            <a:gdLst>
              <a:gd name="connsiteX0" fmla="*/ 364351 w 9570061"/>
              <a:gd name="connsiteY0" fmla="*/ 5369875 h 7200517"/>
              <a:gd name="connsiteX1" fmla="*/ 28672 w 9570061"/>
              <a:gd name="connsiteY1" fmla="*/ 4475358 h 7200517"/>
              <a:gd name="connsiteX2" fmla="*/ 51050 w 9570061"/>
              <a:gd name="connsiteY2" fmla="*/ 3497629 h 7200517"/>
              <a:gd name="connsiteX3" fmla="*/ 319594 w 9570061"/>
              <a:gd name="connsiteY3" fmla="*/ 2415887 h 7200517"/>
              <a:gd name="connsiteX4" fmla="*/ 946196 w 9570061"/>
              <a:gd name="connsiteY4" fmla="*/ 1417355 h 7200517"/>
              <a:gd name="connsiteX5" fmla="*/ 2020371 w 9570061"/>
              <a:gd name="connsiteY5" fmla="*/ 585246 h 7200517"/>
              <a:gd name="connsiteX6" fmla="*/ 3161683 w 9570061"/>
              <a:gd name="connsiteY6" fmla="*/ 148389 h 7200517"/>
              <a:gd name="connsiteX7" fmla="*/ 4392507 w 9570061"/>
              <a:gd name="connsiteY7" fmla="*/ 2769 h 7200517"/>
              <a:gd name="connsiteX8" fmla="*/ 6003770 w 9570061"/>
              <a:gd name="connsiteY8" fmla="*/ 252402 h 7200517"/>
              <a:gd name="connsiteX9" fmla="*/ 7346489 w 9570061"/>
              <a:gd name="connsiteY9" fmla="*/ 980498 h 7200517"/>
              <a:gd name="connsiteX10" fmla="*/ 8219256 w 9570061"/>
              <a:gd name="connsiteY10" fmla="*/ 1791804 h 7200517"/>
              <a:gd name="connsiteX11" fmla="*/ 8868236 w 9570061"/>
              <a:gd name="connsiteY11" fmla="*/ 2665519 h 7200517"/>
              <a:gd name="connsiteX12" fmla="*/ 9338189 w 9570061"/>
              <a:gd name="connsiteY12" fmla="*/ 3747262 h 7200517"/>
              <a:gd name="connsiteX13" fmla="*/ 9561975 w 9570061"/>
              <a:gd name="connsiteY13" fmla="*/ 4933019 h 7200517"/>
              <a:gd name="connsiteX14" fmla="*/ 9494838 w 9570061"/>
              <a:gd name="connsiteY14" fmla="*/ 6139578 h 7200517"/>
              <a:gd name="connsiteX15" fmla="*/ 9248674 w 9570061"/>
              <a:gd name="connsiteY15" fmla="*/ 7200516 h 7200517"/>
              <a:gd name="connsiteX16" fmla="*/ 9248674 w 9570061"/>
              <a:gd name="connsiteY16" fmla="*/ 7200516 h 7200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570061" h="7200517" extrusionOk="0">
                <a:moveTo>
                  <a:pt x="364351" y="5369875"/>
                </a:moveTo>
                <a:cubicBezTo>
                  <a:pt x="188347" y="5057497"/>
                  <a:pt x="11473" y="4813451"/>
                  <a:pt x="28672" y="4475358"/>
                </a:cubicBezTo>
                <a:cubicBezTo>
                  <a:pt x="33668" y="4175362"/>
                  <a:pt x="-85831" y="3843686"/>
                  <a:pt x="51050" y="3497629"/>
                </a:cubicBezTo>
                <a:cubicBezTo>
                  <a:pt x="74232" y="3179094"/>
                  <a:pt x="167330" y="2779585"/>
                  <a:pt x="319594" y="2415887"/>
                </a:cubicBezTo>
                <a:cubicBezTo>
                  <a:pt x="386285" y="2024036"/>
                  <a:pt x="707017" y="1743621"/>
                  <a:pt x="946196" y="1417355"/>
                </a:cubicBezTo>
                <a:cubicBezTo>
                  <a:pt x="1316827" y="1122589"/>
                  <a:pt x="1658354" y="781858"/>
                  <a:pt x="2020371" y="585246"/>
                </a:cubicBezTo>
                <a:cubicBezTo>
                  <a:pt x="2315689" y="362430"/>
                  <a:pt x="2713138" y="295545"/>
                  <a:pt x="3161683" y="148389"/>
                </a:cubicBezTo>
                <a:cubicBezTo>
                  <a:pt x="3549203" y="-23413"/>
                  <a:pt x="3910400" y="-2856"/>
                  <a:pt x="4392507" y="2769"/>
                </a:cubicBezTo>
                <a:cubicBezTo>
                  <a:pt x="4905812" y="42287"/>
                  <a:pt x="5586265" y="107438"/>
                  <a:pt x="6003770" y="252402"/>
                </a:cubicBezTo>
                <a:cubicBezTo>
                  <a:pt x="6482263" y="413119"/>
                  <a:pt x="7026419" y="764151"/>
                  <a:pt x="7346489" y="980498"/>
                </a:cubicBezTo>
                <a:cubicBezTo>
                  <a:pt x="7736313" y="1267695"/>
                  <a:pt x="7968485" y="1540515"/>
                  <a:pt x="8219256" y="1791804"/>
                </a:cubicBezTo>
                <a:cubicBezTo>
                  <a:pt x="8508168" y="2126995"/>
                  <a:pt x="8712547" y="2377337"/>
                  <a:pt x="8868236" y="2665519"/>
                </a:cubicBezTo>
                <a:cubicBezTo>
                  <a:pt x="9084135" y="2965677"/>
                  <a:pt x="9228481" y="3341518"/>
                  <a:pt x="9338189" y="3747262"/>
                </a:cubicBezTo>
                <a:cubicBezTo>
                  <a:pt x="9402593" y="4133589"/>
                  <a:pt x="9488689" y="4501748"/>
                  <a:pt x="9561975" y="4933019"/>
                </a:cubicBezTo>
                <a:cubicBezTo>
                  <a:pt x="9488981" y="5324703"/>
                  <a:pt x="9507101" y="5680217"/>
                  <a:pt x="9494838" y="6139578"/>
                </a:cubicBezTo>
                <a:cubicBezTo>
                  <a:pt x="9442622" y="6517493"/>
                  <a:pt x="9248673" y="7200516"/>
                  <a:pt x="9248674" y="7200516"/>
                </a:cubicBezTo>
                <a:lnTo>
                  <a:pt x="9248674" y="7200516"/>
                </a:lnTo>
              </a:path>
            </a:pathLst>
          </a:custGeom>
          <a:noFill/>
          <a:ln w="28575">
            <a:solidFill>
              <a:srgbClr val="606076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32618 w 6109943"/>
                      <a:gd name="connsiteY0" fmla="*/ 3688077 h 4945377"/>
                      <a:gd name="connsiteX1" fmla="*/ 18306 w 6109943"/>
                      <a:gd name="connsiteY1" fmla="*/ 3073715 h 4945377"/>
                      <a:gd name="connsiteX2" fmla="*/ 32593 w 6109943"/>
                      <a:gd name="connsiteY2" fmla="*/ 2402202 h 4945377"/>
                      <a:gd name="connsiteX3" fmla="*/ 204043 w 6109943"/>
                      <a:gd name="connsiteY3" fmla="*/ 1659252 h 4945377"/>
                      <a:gd name="connsiteX4" fmla="*/ 604093 w 6109943"/>
                      <a:gd name="connsiteY4" fmla="*/ 973452 h 4945377"/>
                      <a:gd name="connsiteX5" fmla="*/ 1289893 w 6109943"/>
                      <a:gd name="connsiteY5" fmla="*/ 401952 h 4945377"/>
                      <a:gd name="connsiteX6" fmla="*/ 2018556 w 6109943"/>
                      <a:gd name="connsiteY6" fmla="*/ 101915 h 4945377"/>
                      <a:gd name="connsiteX7" fmla="*/ 2804368 w 6109943"/>
                      <a:gd name="connsiteY7" fmla="*/ 1902 h 4945377"/>
                      <a:gd name="connsiteX8" fmla="*/ 3833068 w 6109943"/>
                      <a:gd name="connsiteY8" fmla="*/ 173352 h 4945377"/>
                      <a:gd name="connsiteX9" fmla="*/ 4690318 w 6109943"/>
                      <a:gd name="connsiteY9" fmla="*/ 673415 h 4945377"/>
                      <a:gd name="connsiteX10" fmla="*/ 5247531 w 6109943"/>
                      <a:gd name="connsiteY10" fmla="*/ 1230627 h 4945377"/>
                      <a:gd name="connsiteX11" fmla="*/ 5661868 w 6109943"/>
                      <a:gd name="connsiteY11" fmla="*/ 1830702 h 4945377"/>
                      <a:gd name="connsiteX12" fmla="*/ 5961906 w 6109943"/>
                      <a:gd name="connsiteY12" fmla="*/ 2573652 h 4945377"/>
                      <a:gd name="connsiteX13" fmla="*/ 6104781 w 6109943"/>
                      <a:gd name="connsiteY13" fmla="*/ 3388040 h 4945377"/>
                      <a:gd name="connsiteX14" fmla="*/ 6061918 w 6109943"/>
                      <a:gd name="connsiteY14" fmla="*/ 4216715 h 4945377"/>
                      <a:gd name="connsiteX15" fmla="*/ 5904756 w 6109943"/>
                      <a:gd name="connsiteY15" fmla="*/ 4945377 h 4945377"/>
                      <a:gd name="connsiteX16" fmla="*/ 5904756 w 6109943"/>
                      <a:gd name="connsiteY16" fmla="*/ 4945377 h 49453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6109943" h="4945377">
                        <a:moveTo>
                          <a:pt x="232618" y="3688077"/>
                        </a:moveTo>
                        <a:cubicBezTo>
                          <a:pt x="142130" y="3488052"/>
                          <a:pt x="51643" y="3288027"/>
                          <a:pt x="18306" y="3073715"/>
                        </a:cubicBezTo>
                        <a:cubicBezTo>
                          <a:pt x="-15031" y="2859403"/>
                          <a:pt x="1637" y="2637946"/>
                          <a:pt x="32593" y="2402202"/>
                        </a:cubicBezTo>
                        <a:cubicBezTo>
                          <a:pt x="63549" y="2166458"/>
                          <a:pt x="108793" y="1897377"/>
                          <a:pt x="204043" y="1659252"/>
                        </a:cubicBezTo>
                        <a:cubicBezTo>
                          <a:pt x="299293" y="1421127"/>
                          <a:pt x="423118" y="1183002"/>
                          <a:pt x="604093" y="973452"/>
                        </a:cubicBezTo>
                        <a:cubicBezTo>
                          <a:pt x="785068" y="763902"/>
                          <a:pt x="1054149" y="547208"/>
                          <a:pt x="1289893" y="401952"/>
                        </a:cubicBezTo>
                        <a:cubicBezTo>
                          <a:pt x="1525637" y="256696"/>
                          <a:pt x="1766144" y="168590"/>
                          <a:pt x="2018556" y="101915"/>
                        </a:cubicBezTo>
                        <a:cubicBezTo>
                          <a:pt x="2270968" y="35240"/>
                          <a:pt x="2501949" y="-10004"/>
                          <a:pt x="2804368" y="1902"/>
                        </a:cubicBezTo>
                        <a:cubicBezTo>
                          <a:pt x="3106787" y="13808"/>
                          <a:pt x="3518743" y="61433"/>
                          <a:pt x="3833068" y="173352"/>
                        </a:cubicBezTo>
                        <a:cubicBezTo>
                          <a:pt x="4147393" y="285271"/>
                          <a:pt x="4454574" y="497203"/>
                          <a:pt x="4690318" y="673415"/>
                        </a:cubicBezTo>
                        <a:cubicBezTo>
                          <a:pt x="4926062" y="849627"/>
                          <a:pt x="5085606" y="1037746"/>
                          <a:pt x="5247531" y="1230627"/>
                        </a:cubicBezTo>
                        <a:cubicBezTo>
                          <a:pt x="5409456" y="1423508"/>
                          <a:pt x="5542806" y="1606865"/>
                          <a:pt x="5661868" y="1830702"/>
                        </a:cubicBezTo>
                        <a:cubicBezTo>
                          <a:pt x="5780930" y="2054539"/>
                          <a:pt x="5888087" y="2314096"/>
                          <a:pt x="5961906" y="2573652"/>
                        </a:cubicBezTo>
                        <a:cubicBezTo>
                          <a:pt x="6035725" y="2833208"/>
                          <a:pt x="6088112" y="3114196"/>
                          <a:pt x="6104781" y="3388040"/>
                        </a:cubicBezTo>
                        <a:cubicBezTo>
                          <a:pt x="6121450" y="3661884"/>
                          <a:pt x="6095255" y="3957159"/>
                          <a:pt x="6061918" y="4216715"/>
                        </a:cubicBezTo>
                        <a:cubicBezTo>
                          <a:pt x="6028581" y="4476271"/>
                          <a:pt x="5904756" y="4945377"/>
                          <a:pt x="5904756" y="4945377"/>
                        </a:cubicBezTo>
                        <a:lnTo>
                          <a:pt x="5904756" y="4945377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1C30CF7C-3EF8-9739-9565-359F6444203E}"/>
              </a:ext>
            </a:extLst>
          </p:cNvPr>
          <p:cNvSpPr/>
          <p:nvPr/>
        </p:nvSpPr>
        <p:spPr>
          <a:xfrm>
            <a:off x="672053" y="-360824"/>
            <a:ext cx="9952553" cy="8290008"/>
          </a:xfrm>
          <a:custGeom>
            <a:avLst/>
            <a:gdLst>
              <a:gd name="connsiteX0" fmla="*/ 378914 w 9952553"/>
              <a:gd name="connsiteY0" fmla="*/ 6182377 h 8290008"/>
              <a:gd name="connsiteX1" fmla="*/ 29818 w 9952553"/>
              <a:gd name="connsiteY1" fmla="*/ 5152513 h 8290008"/>
              <a:gd name="connsiteX2" fmla="*/ 53091 w 9952553"/>
              <a:gd name="connsiteY2" fmla="*/ 4026846 h 8290008"/>
              <a:gd name="connsiteX3" fmla="*/ 332367 w 9952553"/>
              <a:gd name="connsiteY3" fmla="*/ 2781428 h 8290008"/>
              <a:gd name="connsiteX4" fmla="*/ 984013 w 9952553"/>
              <a:gd name="connsiteY4" fmla="*/ 1631811 h 8290008"/>
              <a:gd name="connsiteX5" fmla="*/ 2101120 w 9952553"/>
              <a:gd name="connsiteY5" fmla="*/ 673798 h 8290008"/>
              <a:gd name="connsiteX6" fmla="*/ 3288047 w 9952553"/>
              <a:gd name="connsiteY6" fmla="*/ 170841 h 8290008"/>
              <a:gd name="connsiteX7" fmla="*/ 4568065 w 9952553"/>
              <a:gd name="connsiteY7" fmla="*/ 3188 h 8290008"/>
              <a:gd name="connsiteX8" fmla="*/ 6243726 w 9952553"/>
              <a:gd name="connsiteY8" fmla="*/ 290592 h 8290008"/>
              <a:gd name="connsiteX9" fmla="*/ 7640110 w 9952553"/>
              <a:gd name="connsiteY9" fmla="*/ 1128855 h 8290008"/>
              <a:gd name="connsiteX10" fmla="*/ 8547760 w 9952553"/>
              <a:gd name="connsiteY10" fmla="*/ 2062918 h 8290008"/>
              <a:gd name="connsiteX11" fmla="*/ 9222678 w 9952553"/>
              <a:gd name="connsiteY11" fmla="*/ 3068832 h 8290008"/>
              <a:gd name="connsiteX12" fmla="*/ 9711413 w 9952553"/>
              <a:gd name="connsiteY12" fmla="*/ 4314250 h 8290008"/>
              <a:gd name="connsiteX13" fmla="*/ 9944144 w 9952553"/>
              <a:gd name="connsiteY13" fmla="*/ 5679421 h 8290008"/>
              <a:gd name="connsiteX14" fmla="*/ 9874324 w 9952553"/>
              <a:gd name="connsiteY14" fmla="*/ 7068541 h 8290008"/>
              <a:gd name="connsiteX15" fmla="*/ 9618321 w 9952553"/>
              <a:gd name="connsiteY15" fmla="*/ 8290008 h 8290008"/>
              <a:gd name="connsiteX16" fmla="*/ 9618321 w 9952553"/>
              <a:gd name="connsiteY16" fmla="*/ 8290008 h 8290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952553" h="8290008" extrusionOk="0">
                <a:moveTo>
                  <a:pt x="378914" y="6182377"/>
                </a:moveTo>
                <a:cubicBezTo>
                  <a:pt x="190477" y="5821758"/>
                  <a:pt x="17369" y="5536820"/>
                  <a:pt x="29818" y="5152513"/>
                </a:cubicBezTo>
                <a:cubicBezTo>
                  <a:pt x="57465" y="4810511"/>
                  <a:pt x="-67687" y="4424264"/>
                  <a:pt x="53091" y="4026846"/>
                </a:cubicBezTo>
                <a:cubicBezTo>
                  <a:pt x="66023" y="3668278"/>
                  <a:pt x="157597" y="3289031"/>
                  <a:pt x="332367" y="2781428"/>
                </a:cubicBezTo>
                <a:cubicBezTo>
                  <a:pt x="404923" y="2337065"/>
                  <a:pt x="752531" y="2013333"/>
                  <a:pt x="984013" y="1631811"/>
                </a:cubicBezTo>
                <a:cubicBezTo>
                  <a:pt x="1366551" y="1290949"/>
                  <a:pt x="1724283" y="902537"/>
                  <a:pt x="2101120" y="673798"/>
                </a:cubicBezTo>
                <a:cubicBezTo>
                  <a:pt x="2381249" y="414396"/>
                  <a:pt x="2857175" y="301172"/>
                  <a:pt x="3288047" y="170841"/>
                </a:cubicBezTo>
                <a:cubicBezTo>
                  <a:pt x="3694807" y="17140"/>
                  <a:pt x="4066029" y="-3675"/>
                  <a:pt x="4568065" y="3188"/>
                </a:cubicBezTo>
                <a:cubicBezTo>
                  <a:pt x="5152219" y="74394"/>
                  <a:pt x="5766411" y="111323"/>
                  <a:pt x="6243726" y="290592"/>
                </a:cubicBezTo>
                <a:cubicBezTo>
                  <a:pt x="6712118" y="471149"/>
                  <a:pt x="7341013" y="902908"/>
                  <a:pt x="7640110" y="1128855"/>
                </a:cubicBezTo>
                <a:cubicBezTo>
                  <a:pt x="8054227" y="1469065"/>
                  <a:pt x="8288651" y="1787765"/>
                  <a:pt x="8547760" y="2062918"/>
                </a:cubicBezTo>
                <a:cubicBezTo>
                  <a:pt x="8834423" y="2421522"/>
                  <a:pt x="9054635" y="2725334"/>
                  <a:pt x="9222678" y="3068832"/>
                </a:cubicBezTo>
                <a:cubicBezTo>
                  <a:pt x="9477388" y="3390848"/>
                  <a:pt x="9594310" y="3864377"/>
                  <a:pt x="9711413" y="4314250"/>
                </a:cubicBezTo>
                <a:cubicBezTo>
                  <a:pt x="9698664" y="4771187"/>
                  <a:pt x="9874054" y="5190746"/>
                  <a:pt x="9944144" y="5679421"/>
                </a:cubicBezTo>
                <a:cubicBezTo>
                  <a:pt x="9879464" y="6131950"/>
                  <a:pt x="9901203" y="6577541"/>
                  <a:pt x="9874324" y="7068541"/>
                </a:cubicBezTo>
                <a:cubicBezTo>
                  <a:pt x="9820021" y="7503637"/>
                  <a:pt x="9618320" y="8290008"/>
                  <a:pt x="9618321" y="8290008"/>
                </a:cubicBezTo>
                <a:lnTo>
                  <a:pt x="9618321" y="8290008"/>
                </a:lnTo>
              </a:path>
            </a:pathLst>
          </a:custGeom>
          <a:noFill/>
          <a:ln w="28575">
            <a:solidFill>
              <a:srgbClr val="818181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32618 w 6109943"/>
                      <a:gd name="connsiteY0" fmla="*/ 3688077 h 4945377"/>
                      <a:gd name="connsiteX1" fmla="*/ 18306 w 6109943"/>
                      <a:gd name="connsiteY1" fmla="*/ 3073715 h 4945377"/>
                      <a:gd name="connsiteX2" fmla="*/ 32593 w 6109943"/>
                      <a:gd name="connsiteY2" fmla="*/ 2402202 h 4945377"/>
                      <a:gd name="connsiteX3" fmla="*/ 204043 w 6109943"/>
                      <a:gd name="connsiteY3" fmla="*/ 1659252 h 4945377"/>
                      <a:gd name="connsiteX4" fmla="*/ 604093 w 6109943"/>
                      <a:gd name="connsiteY4" fmla="*/ 973452 h 4945377"/>
                      <a:gd name="connsiteX5" fmla="*/ 1289893 w 6109943"/>
                      <a:gd name="connsiteY5" fmla="*/ 401952 h 4945377"/>
                      <a:gd name="connsiteX6" fmla="*/ 2018556 w 6109943"/>
                      <a:gd name="connsiteY6" fmla="*/ 101915 h 4945377"/>
                      <a:gd name="connsiteX7" fmla="*/ 2804368 w 6109943"/>
                      <a:gd name="connsiteY7" fmla="*/ 1902 h 4945377"/>
                      <a:gd name="connsiteX8" fmla="*/ 3833068 w 6109943"/>
                      <a:gd name="connsiteY8" fmla="*/ 173352 h 4945377"/>
                      <a:gd name="connsiteX9" fmla="*/ 4690318 w 6109943"/>
                      <a:gd name="connsiteY9" fmla="*/ 673415 h 4945377"/>
                      <a:gd name="connsiteX10" fmla="*/ 5247531 w 6109943"/>
                      <a:gd name="connsiteY10" fmla="*/ 1230627 h 4945377"/>
                      <a:gd name="connsiteX11" fmla="*/ 5661868 w 6109943"/>
                      <a:gd name="connsiteY11" fmla="*/ 1830702 h 4945377"/>
                      <a:gd name="connsiteX12" fmla="*/ 5961906 w 6109943"/>
                      <a:gd name="connsiteY12" fmla="*/ 2573652 h 4945377"/>
                      <a:gd name="connsiteX13" fmla="*/ 6104781 w 6109943"/>
                      <a:gd name="connsiteY13" fmla="*/ 3388040 h 4945377"/>
                      <a:gd name="connsiteX14" fmla="*/ 6061918 w 6109943"/>
                      <a:gd name="connsiteY14" fmla="*/ 4216715 h 4945377"/>
                      <a:gd name="connsiteX15" fmla="*/ 5904756 w 6109943"/>
                      <a:gd name="connsiteY15" fmla="*/ 4945377 h 4945377"/>
                      <a:gd name="connsiteX16" fmla="*/ 5904756 w 6109943"/>
                      <a:gd name="connsiteY16" fmla="*/ 4945377 h 49453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6109943" h="4945377">
                        <a:moveTo>
                          <a:pt x="232618" y="3688077"/>
                        </a:moveTo>
                        <a:cubicBezTo>
                          <a:pt x="142130" y="3488052"/>
                          <a:pt x="51643" y="3288027"/>
                          <a:pt x="18306" y="3073715"/>
                        </a:cubicBezTo>
                        <a:cubicBezTo>
                          <a:pt x="-15031" y="2859403"/>
                          <a:pt x="1637" y="2637946"/>
                          <a:pt x="32593" y="2402202"/>
                        </a:cubicBezTo>
                        <a:cubicBezTo>
                          <a:pt x="63549" y="2166458"/>
                          <a:pt x="108793" y="1897377"/>
                          <a:pt x="204043" y="1659252"/>
                        </a:cubicBezTo>
                        <a:cubicBezTo>
                          <a:pt x="299293" y="1421127"/>
                          <a:pt x="423118" y="1183002"/>
                          <a:pt x="604093" y="973452"/>
                        </a:cubicBezTo>
                        <a:cubicBezTo>
                          <a:pt x="785068" y="763902"/>
                          <a:pt x="1054149" y="547208"/>
                          <a:pt x="1289893" y="401952"/>
                        </a:cubicBezTo>
                        <a:cubicBezTo>
                          <a:pt x="1525637" y="256696"/>
                          <a:pt x="1766144" y="168590"/>
                          <a:pt x="2018556" y="101915"/>
                        </a:cubicBezTo>
                        <a:cubicBezTo>
                          <a:pt x="2270968" y="35240"/>
                          <a:pt x="2501949" y="-10004"/>
                          <a:pt x="2804368" y="1902"/>
                        </a:cubicBezTo>
                        <a:cubicBezTo>
                          <a:pt x="3106787" y="13808"/>
                          <a:pt x="3518743" y="61433"/>
                          <a:pt x="3833068" y="173352"/>
                        </a:cubicBezTo>
                        <a:cubicBezTo>
                          <a:pt x="4147393" y="285271"/>
                          <a:pt x="4454574" y="497203"/>
                          <a:pt x="4690318" y="673415"/>
                        </a:cubicBezTo>
                        <a:cubicBezTo>
                          <a:pt x="4926062" y="849627"/>
                          <a:pt x="5085606" y="1037746"/>
                          <a:pt x="5247531" y="1230627"/>
                        </a:cubicBezTo>
                        <a:cubicBezTo>
                          <a:pt x="5409456" y="1423508"/>
                          <a:pt x="5542806" y="1606865"/>
                          <a:pt x="5661868" y="1830702"/>
                        </a:cubicBezTo>
                        <a:cubicBezTo>
                          <a:pt x="5780930" y="2054539"/>
                          <a:pt x="5888087" y="2314096"/>
                          <a:pt x="5961906" y="2573652"/>
                        </a:cubicBezTo>
                        <a:cubicBezTo>
                          <a:pt x="6035725" y="2833208"/>
                          <a:pt x="6088112" y="3114196"/>
                          <a:pt x="6104781" y="3388040"/>
                        </a:cubicBezTo>
                        <a:cubicBezTo>
                          <a:pt x="6121450" y="3661884"/>
                          <a:pt x="6095255" y="3957159"/>
                          <a:pt x="6061918" y="4216715"/>
                        </a:cubicBezTo>
                        <a:cubicBezTo>
                          <a:pt x="6028581" y="4476271"/>
                          <a:pt x="5904756" y="4945377"/>
                          <a:pt x="5904756" y="4945377"/>
                        </a:cubicBezTo>
                        <a:lnTo>
                          <a:pt x="5904756" y="4945377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681971A7-B092-C2A4-B431-4EB1916F81B3}"/>
              </a:ext>
            </a:extLst>
          </p:cNvPr>
          <p:cNvSpPr/>
          <p:nvPr/>
        </p:nvSpPr>
        <p:spPr>
          <a:xfrm>
            <a:off x="413813" y="-1000125"/>
            <a:ext cx="10447331" cy="9072563"/>
          </a:xfrm>
          <a:custGeom>
            <a:avLst/>
            <a:gdLst>
              <a:gd name="connsiteX0" fmla="*/ 397751 w 10447331"/>
              <a:gd name="connsiteY0" fmla="*/ 6765977 h 9072563"/>
              <a:gd name="connsiteX1" fmla="*/ 31301 w 10447331"/>
              <a:gd name="connsiteY1" fmla="*/ 5638897 h 9072563"/>
              <a:gd name="connsiteX2" fmla="*/ 55730 w 10447331"/>
              <a:gd name="connsiteY2" fmla="*/ 4406970 h 9072563"/>
              <a:gd name="connsiteX3" fmla="*/ 348891 w 10447331"/>
              <a:gd name="connsiteY3" fmla="*/ 3043988 h 9072563"/>
              <a:gd name="connsiteX4" fmla="*/ 1032932 w 10447331"/>
              <a:gd name="connsiteY4" fmla="*/ 1785850 h 9072563"/>
              <a:gd name="connsiteX5" fmla="*/ 2205575 w 10447331"/>
              <a:gd name="connsiteY5" fmla="*/ 737402 h 9072563"/>
              <a:gd name="connsiteX6" fmla="*/ 3451508 w 10447331"/>
              <a:gd name="connsiteY6" fmla="*/ 186968 h 9072563"/>
              <a:gd name="connsiteX7" fmla="*/ 4795161 w 10447331"/>
              <a:gd name="connsiteY7" fmla="*/ 3489 h 9072563"/>
              <a:gd name="connsiteX8" fmla="*/ 6554124 w 10447331"/>
              <a:gd name="connsiteY8" fmla="*/ 318023 h 9072563"/>
              <a:gd name="connsiteX9" fmla="*/ 8019928 w 10447331"/>
              <a:gd name="connsiteY9" fmla="*/ 1235416 h 9072563"/>
              <a:gd name="connsiteX10" fmla="*/ 8972701 w 10447331"/>
              <a:gd name="connsiteY10" fmla="*/ 2257652 h 9072563"/>
              <a:gd name="connsiteX11" fmla="*/ 9681171 w 10447331"/>
              <a:gd name="connsiteY11" fmla="*/ 3358522 h 9072563"/>
              <a:gd name="connsiteX12" fmla="*/ 10194204 w 10447331"/>
              <a:gd name="connsiteY12" fmla="*/ 4721504 h 9072563"/>
              <a:gd name="connsiteX13" fmla="*/ 10438504 w 10447331"/>
              <a:gd name="connsiteY13" fmla="*/ 6215543 h 9072563"/>
              <a:gd name="connsiteX14" fmla="*/ 10365213 w 10447331"/>
              <a:gd name="connsiteY14" fmla="*/ 7735792 h 9072563"/>
              <a:gd name="connsiteX15" fmla="*/ 10096483 w 10447331"/>
              <a:gd name="connsiteY15" fmla="*/ 9072563 h 9072563"/>
              <a:gd name="connsiteX16" fmla="*/ 10096483 w 10447331"/>
              <a:gd name="connsiteY16" fmla="*/ 9072563 h 9072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447331" h="9072563" extrusionOk="0">
                <a:moveTo>
                  <a:pt x="397751" y="6765977"/>
                </a:moveTo>
                <a:cubicBezTo>
                  <a:pt x="223125" y="6386746"/>
                  <a:pt x="58616" y="6043206"/>
                  <a:pt x="31301" y="5638897"/>
                </a:cubicBezTo>
                <a:cubicBezTo>
                  <a:pt x="66487" y="5265138"/>
                  <a:pt x="-19358" y="4840160"/>
                  <a:pt x="55730" y="4406970"/>
                </a:cubicBezTo>
                <a:cubicBezTo>
                  <a:pt x="97271" y="3985607"/>
                  <a:pt x="173802" y="3548398"/>
                  <a:pt x="348891" y="3043988"/>
                </a:cubicBezTo>
                <a:cubicBezTo>
                  <a:pt x="400229" y="2546114"/>
                  <a:pt x="843073" y="2227421"/>
                  <a:pt x="1032932" y="1785850"/>
                </a:cubicBezTo>
                <a:cubicBezTo>
                  <a:pt x="1441461" y="1413173"/>
                  <a:pt x="1851512" y="902969"/>
                  <a:pt x="2205575" y="737402"/>
                </a:cubicBezTo>
                <a:cubicBezTo>
                  <a:pt x="2529350" y="458775"/>
                  <a:pt x="2937362" y="387007"/>
                  <a:pt x="3451508" y="186968"/>
                </a:cubicBezTo>
                <a:cubicBezTo>
                  <a:pt x="3880327" y="38158"/>
                  <a:pt x="4237017" y="38680"/>
                  <a:pt x="4795161" y="3489"/>
                </a:cubicBezTo>
                <a:cubicBezTo>
                  <a:pt x="5323642" y="31701"/>
                  <a:pt x="6142676" y="143000"/>
                  <a:pt x="6554124" y="318023"/>
                </a:cubicBezTo>
                <a:cubicBezTo>
                  <a:pt x="7069356" y="519750"/>
                  <a:pt x="7731438" y="1005873"/>
                  <a:pt x="8019928" y="1235416"/>
                </a:cubicBezTo>
                <a:cubicBezTo>
                  <a:pt x="8470542" y="1629421"/>
                  <a:pt x="8703055" y="1978661"/>
                  <a:pt x="8972701" y="2257652"/>
                </a:cubicBezTo>
                <a:cubicBezTo>
                  <a:pt x="9304331" y="2695845"/>
                  <a:pt x="9549682" y="3036189"/>
                  <a:pt x="9681171" y="3358522"/>
                </a:cubicBezTo>
                <a:cubicBezTo>
                  <a:pt x="9919737" y="3738534"/>
                  <a:pt x="10078490" y="4195904"/>
                  <a:pt x="10194204" y="4721504"/>
                </a:cubicBezTo>
                <a:cubicBezTo>
                  <a:pt x="10227428" y="5212945"/>
                  <a:pt x="10293748" y="5632948"/>
                  <a:pt x="10438504" y="6215543"/>
                </a:cubicBezTo>
                <a:cubicBezTo>
                  <a:pt x="10396463" y="6712918"/>
                  <a:pt x="10375490" y="7164374"/>
                  <a:pt x="10365213" y="7735792"/>
                </a:cubicBezTo>
                <a:cubicBezTo>
                  <a:pt x="10308210" y="8211961"/>
                  <a:pt x="10096482" y="9072563"/>
                  <a:pt x="10096483" y="9072563"/>
                </a:cubicBezTo>
                <a:lnTo>
                  <a:pt x="10096483" y="9072563"/>
                </a:lnTo>
              </a:path>
            </a:pathLst>
          </a:custGeom>
          <a:noFill/>
          <a:ln w="28575">
            <a:solidFill>
              <a:srgbClr val="477567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32618 w 6109943"/>
                      <a:gd name="connsiteY0" fmla="*/ 3688077 h 4945377"/>
                      <a:gd name="connsiteX1" fmla="*/ 18306 w 6109943"/>
                      <a:gd name="connsiteY1" fmla="*/ 3073715 h 4945377"/>
                      <a:gd name="connsiteX2" fmla="*/ 32593 w 6109943"/>
                      <a:gd name="connsiteY2" fmla="*/ 2402202 h 4945377"/>
                      <a:gd name="connsiteX3" fmla="*/ 204043 w 6109943"/>
                      <a:gd name="connsiteY3" fmla="*/ 1659252 h 4945377"/>
                      <a:gd name="connsiteX4" fmla="*/ 604093 w 6109943"/>
                      <a:gd name="connsiteY4" fmla="*/ 973452 h 4945377"/>
                      <a:gd name="connsiteX5" fmla="*/ 1289893 w 6109943"/>
                      <a:gd name="connsiteY5" fmla="*/ 401952 h 4945377"/>
                      <a:gd name="connsiteX6" fmla="*/ 2018556 w 6109943"/>
                      <a:gd name="connsiteY6" fmla="*/ 101915 h 4945377"/>
                      <a:gd name="connsiteX7" fmla="*/ 2804368 w 6109943"/>
                      <a:gd name="connsiteY7" fmla="*/ 1902 h 4945377"/>
                      <a:gd name="connsiteX8" fmla="*/ 3833068 w 6109943"/>
                      <a:gd name="connsiteY8" fmla="*/ 173352 h 4945377"/>
                      <a:gd name="connsiteX9" fmla="*/ 4690318 w 6109943"/>
                      <a:gd name="connsiteY9" fmla="*/ 673415 h 4945377"/>
                      <a:gd name="connsiteX10" fmla="*/ 5247531 w 6109943"/>
                      <a:gd name="connsiteY10" fmla="*/ 1230627 h 4945377"/>
                      <a:gd name="connsiteX11" fmla="*/ 5661868 w 6109943"/>
                      <a:gd name="connsiteY11" fmla="*/ 1830702 h 4945377"/>
                      <a:gd name="connsiteX12" fmla="*/ 5961906 w 6109943"/>
                      <a:gd name="connsiteY12" fmla="*/ 2573652 h 4945377"/>
                      <a:gd name="connsiteX13" fmla="*/ 6104781 w 6109943"/>
                      <a:gd name="connsiteY13" fmla="*/ 3388040 h 4945377"/>
                      <a:gd name="connsiteX14" fmla="*/ 6061918 w 6109943"/>
                      <a:gd name="connsiteY14" fmla="*/ 4216715 h 4945377"/>
                      <a:gd name="connsiteX15" fmla="*/ 5904756 w 6109943"/>
                      <a:gd name="connsiteY15" fmla="*/ 4945377 h 4945377"/>
                      <a:gd name="connsiteX16" fmla="*/ 5904756 w 6109943"/>
                      <a:gd name="connsiteY16" fmla="*/ 4945377 h 49453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6109943" h="4945377">
                        <a:moveTo>
                          <a:pt x="232618" y="3688077"/>
                        </a:moveTo>
                        <a:cubicBezTo>
                          <a:pt x="142130" y="3488052"/>
                          <a:pt x="51643" y="3288027"/>
                          <a:pt x="18306" y="3073715"/>
                        </a:cubicBezTo>
                        <a:cubicBezTo>
                          <a:pt x="-15031" y="2859403"/>
                          <a:pt x="1637" y="2637946"/>
                          <a:pt x="32593" y="2402202"/>
                        </a:cubicBezTo>
                        <a:cubicBezTo>
                          <a:pt x="63549" y="2166458"/>
                          <a:pt x="108793" y="1897377"/>
                          <a:pt x="204043" y="1659252"/>
                        </a:cubicBezTo>
                        <a:cubicBezTo>
                          <a:pt x="299293" y="1421127"/>
                          <a:pt x="423118" y="1183002"/>
                          <a:pt x="604093" y="973452"/>
                        </a:cubicBezTo>
                        <a:cubicBezTo>
                          <a:pt x="785068" y="763902"/>
                          <a:pt x="1054149" y="547208"/>
                          <a:pt x="1289893" y="401952"/>
                        </a:cubicBezTo>
                        <a:cubicBezTo>
                          <a:pt x="1525637" y="256696"/>
                          <a:pt x="1766144" y="168590"/>
                          <a:pt x="2018556" y="101915"/>
                        </a:cubicBezTo>
                        <a:cubicBezTo>
                          <a:pt x="2270968" y="35240"/>
                          <a:pt x="2501949" y="-10004"/>
                          <a:pt x="2804368" y="1902"/>
                        </a:cubicBezTo>
                        <a:cubicBezTo>
                          <a:pt x="3106787" y="13808"/>
                          <a:pt x="3518743" y="61433"/>
                          <a:pt x="3833068" y="173352"/>
                        </a:cubicBezTo>
                        <a:cubicBezTo>
                          <a:pt x="4147393" y="285271"/>
                          <a:pt x="4454574" y="497203"/>
                          <a:pt x="4690318" y="673415"/>
                        </a:cubicBezTo>
                        <a:cubicBezTo>
                          <a:pt x="4926062" y="849627"/>
                          <a:pt x="5085606" y="1037746"/>
                          <a:pt x="5247531" y="1230627"/>
                        </a:cubicBezTo>
                        <a:cubicBezTo>
                          <a:pt x="5409456" y="1423508"/>
                          <a:pt x="5542806" y="1606865"/>
                          <a:pt x="5661868" y="1830702"/>
                        </a:cubicBezTo>
                        <a:cubicBezTo>
                          <a:pt x="5780930" y="2054539"/>
                          <a:pt x="5888087" y="2314096"/>
                          <a:pt x="5961906" y="2573652"/>
                        </a:cubicBezTo>
                        <a:cubicBezTo>
                          <a:pt x="6035725" y="2833208"/>
                          <a:pt x="6088112" y="3114196"/>
                          <a:pt x="6104781" y="3388040"/>
                        </a:cubicBezTo>
                        <a:cubicBezTo>
                          <a:pt x="6121450" y="3661884"/>
                          <a:pt x="6095255" y="3957159"/>
                          <a:pt x="6061918" y="4216715"/>
                        </a:cubicBezTo>
                        <a:cubicBezTo>
                          <a:pt x="6028581" y="4476271"/>
                          <a:pt x="5904756" y="4945377"/>
                          <a:pt x="5904756" y="4945377"/>
                        </a:cubicBezTo>
                        <a:lnTo>
                          <a:pt x="5904756" y="4945377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9CB75647-89F4-3E12-5670-B45437AA1196}"/>
              </a:ext>
            </a:extLst>
          </p:cNvPr>
          <p:cNvSpPr/>
          <p:nvPr/>
        </p:nvSpPr>
        <p:spPr>
          <a:xfrm>
            <a:off x="3329501" y="4329113"/>
            <a:ext cx="3480386" cy="2107469"/>
          </a:xfrm>
          <a:custGeom>
            <a:avLst/>
            <a:gdLst>
              <a:gd name="connsiteX0" fmla="*/ 132505 w 3480386"/>
              <a:gd name="connsiteY0" fmla="*/ 1571671 h 2107469"/>
              <a:gd name="connsiteX1" fmla="*/ 10427 w 3480386"/>
              <a:gd name="connsiteY1" fmla="*/ 1309861 h 2107469"/>
              <a:gd name="connsiteX2" fmla="*/ 18565 w 3480386"/>
              <a:gd name="connsiteY2" fmla="*/ 1023696 h 2107469"/>
              <a:gd name="connsiteX3" fmla="*/ 116228 w 3480386"/>
              <a:gd name="connsiteY3" fmla="*/ 707089 h 2107469"/>
              <a:gd name="connsiteX4" fmla="*/ 344107 w 3480386"/>
              <a:gd name="connsiteY4" fmla="*/ 414835 h 2107469"/>
              <a:gd name="connsiteX5" fmla="*/ 734757 w 3480386"/>
              <a:gd name="connsiteY5" fmla="*/ 171291 h 2107469"/>
              <a:gd name="connsiteX6" fmla="*/ 1149823 w 3480386"/>
              <a:gd name="connsiteY6" fmla="*/ 43431 h 2107469"/>
              <a:gd name="connsiteX7" fmla="*/ 1597442 w 3480386"/>
              <a:gd name="connsiteY7" fmla="*/ 810 h 2107469"/>
              <a:gd name="connsiteX8" fmla="*/ 2183417 w 3480386"/>
              <a:gd name="connsiteY8" fmla="*/ 73873 h 2107469"/>
              <a:gd name="connsiteX9" fmla="*/ 2671729 w 3480386"/>
              <a:gd name="connsiteY9" fmla="*/ 286975 h 2107469"/>
              <a:gd name="connsiteX10" fmla="*/ 2989133 w 3480386"/>
              <a:gd name="connsiteY10" fmla="*/ 524430 h 2107469"/>
              <a:gd name="connsiteX11" fmla="*/ 3225150 w 3480386"/>
              <a:gd name="connsiteY11" fmla="*/ 780152 h 2107469"/>
              <a:gd name="connsiteX12" fmla="*/ 3396060 w 3480386"/>
              <a:gd name="connsiteY12" fmla="*/ 1096760 h 2107469"/>
              <a:gd name="connsiteX13" fmla="*/ 3477445 w 3480386"/>
              <a:gd name="connsiteY13" fmla="*/ 1443810 h 2107469"/>
              <a:gd name="connsiteX14" fmla="*/ 3453029 w 3480386"/>
              <a:gd name="connsiteY14" fmla="*/ 1796950 h 2107469"/>
              <a:gd name="connsiteX15" fmla="*/ 3363506 w 3480386"/>
              <a:gd name="connsiteY15" fmla="*/ 2107469 h 2107469"/>
              <a:gd name="connsiteX16" fmla="*/ 3363506 w 3480386"/>
              <a:gd name="connsiteY16" fmla="*/ 2107469 h 2107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80386" h="2107469" extrusionOk="0">
                <a:moveTo>
                  <a:pt x="132505" y="1571671"/>
                </a:moveTo>
                <a:cubicBezTo>
                  <a:pt x="81368" y="1482951"/>
                  <a:pt x="56491" y="1402457"/>
                  <a:pt x="10427" y="1309861"/>
                </a:cubicBezTo>
                <a:cubicBezTo>
                  <a:pt x="-20916" y="1198851"/>
                  <a:pt x="-18239" y="1125872"/>
                  <a:pt x="18565" y="1023696"/>
                </a:cubicBezTo>
                <a:cubicBezTo>
                  <a:pt x="62716" y="932287"/>
                  <a:pt x="47961" y="821550"/>
                  <a:pt x="116228" y="707089"/>
                </a:cubicBezTo>
                <a:cubicBezTo>
                  <a:pt x="173555" y="604628"/>
                  <a:pt x="236837" y="491618"/>
                  <a:pt x="344107" y="414835"/>
                </a:cubicBezTo>
                <a:cubicBezTo>
                  <a:pt x="451412" y="313302"/>
                  <a:pt x="578671" y="251112"/>
                  <a:pt x="734757" y="171291"/>
                </a:cubicBezTo>
                <a:cubicBezTo>
                  <a:pt x="878285" y="85207"/>
                  <a:pt x="964157" y="79503"/>
                  <a:pt x="1149823" y="43431"/>
                </a:cubicBezTo>
                <a:cubicBezTo>
                  <a:pt x="1294857" y="3405"/>
                  <a:pt x="1410706" y="21256"/>
                  <a:pt x="1597442" y="810"/>
                </a:cubicBezTo>
                <a:cubicBezTo>
                  <a:pt x="1794049" y="-13126"/>
                  <a:pt x="1989443" y="25052"/>
                  <a:pt x="2183417" y="73873"/>
                </a:cubicBezTo>
                <a:cubicBezTo>
                  <a:pt x="2350327" y="120454"/>
                  <a:pt x="2530778" y="198348"/>
                  <a:pt x="2671729" y="286975"/>
                </a:cubicBezTo>
                <a:cubicBezTo>
                  <a:pt x="2809742" y="349709"/>
                  <a:pt x="2902346" y="432517"/>
                  <a:pt x="2989133" y="524430"/>
                </a:cubicBezTo>
                <a:cubicBezTo>
                  <a:pt x="3078496" y="600540"/>
                  <a:pt x="3158046" y="704660"/>
                  <a:pt x="3225150" y="780152"/>
                </a:cubicBezTo>
                <a:cubicBezTo>
                  <a:pt x="3327906" y="880226"/>
                  <a:pt x="3371945" y="996482"/>
                  <a:pt x="3396060" y="1096760"/>
                </a:cubicBezTo>
                <a:cubicBezTo>
                  <a:pt x="3466190" y="1204718"/>
                  <a:pt x="3493215" y="1335092"/>
                  <a:pt x="3477445" y="1443810"/>
                </a:cubicBezTo>
                <a:cubicBezTo>
                  <a:pt x="3469407" y="1550918"/>
                  <a:pt x="3472733" y="1654364"/>
                  <a:pt x="3453029" y="1796950"/>
                </a:cubicBezTo>
                <a:cubicBezTo>
                  <a:pt x="3434041" y="1907559"/>
                  <a:pt x="3363506" y="2107470"/>
                  <a:pt x="3363506" y="2107469"/>
                </a:cubicBezTo>
                <a:lnTo>
                  <a:pt x="3363506" y="2107469"/>
                </a:lnTo>
              </a:path>
            </a:pathLst>
          </a:custGeom>
          <a:noFill/>
          <a:ln w="28575">
            <a:solidFill>
              <a:schemeClr val="bg2">
                <a:lumMod val="50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926806518">
                  <a:custGeom>
                    <a:avLst/>
                    <a:gdLst>
                      <a:gd name="connsiteX0" fmla="*/ 232618 w 6109943"/>
                      <a:gd name="connsiteY0" fmla="*/ 3688077 h 4945377"/>
                      <a:gd name="connsiteX1" fmla="*/ 18306 w 6109943"/>
                      <a:gd name="connsiteY1" fmla="*/ 3073715 h 4945377"/>
                      <a:gd name="connsiteX2" fmla="*/ 32593 w 6109943"/>
                      <a:gd name="connsiteY2" fmla="*/ 2402202 h 4945377"/>
                      <a:gd name="connsiteX3" fmla="*/ 204043 w 6109943"/>
                      <a:gd name="connsiteY3" fmla="*/ 1659252 h 4945377"/>
                      <a:gd name="connsiteX4" fmla="*/ 604093 w 6109943"/>
                      <a:gd name="connsiteY4" fmla="*/ 973452 h 4945377"/>
                      <a:gd name="connsiteX5" fmla="*/ 1289893 w 6109943"/>
                      <a:gd name="connsiteY5" fmla="*/ 401952 h 4945377"/>
                      <a:gd name="connsiteX6" fmla="*/ 2018556 w 6109943"/>
                      <a:gd name="connsiteY6" fmla="*/ 101915 h 4945377"/>
                      <a:gd name="connsiteX7" fmla="*/ 2804368 w 6109943"/>
                      <a:gd name="connsiteY7" fmla="*/ 1902 h 4945377"/>
                      <a:gd name="connsiteX8" fmla="*/ 3833068 w 6109943"/>
                      <a:gd name="connsiteY8" fmla="*/ 173352 h 4945377"/>
                      <a:gd name="connsiteX9" fmla="*/ 4690318 w 6109943"/>
                      <a:gd name="connsiteY9" fmla="*/ 673415 h 4945377"/>
                      <a:gd name="connsiteX10" fmla="*/ 5247531 w 6109943"/>
                      <a:gd name="connsiteY10" fmla="*/ 1230627 h 4945377"/>
                      <a:gd name="connsiteX11" fmla="*/ 5661868 w 6109943"/>
                      <a:gd name="connsiteY11" fmla="*/ 1830702 h 4945377"/>
                      <a:gd name="connsiteX12" fmla="*/ 5961906 w 6109943"/>
                      <a:gd name="connsiteY12" fmla="*/ 2573652 h 4945377"/>
                      <a:gd name="connsiteX13" fmla="*/ 6104781 w 6109943"/>
                      <a:gd name="connsiteY13" fmla="*/ 3388040 h 4945377"/>
                      <a:gd name="connsiteX14" fmla="*/ 6061918 w 6109943"/>
                      <a:gd name="connsiteY14" fmla="*/ 4216715 h 4945377"/>
                      <a:gd name="connsiteX15" fmla="*/ 5904756 w 6109943"/>
                      <a:gd name="connsiteY15" fmla="*/ 4945377 h 4945377"/>
                      <a:gd name="connsiteX16" fmla="*/ 5904756 w 6109943"/>
                      <a:gd name="connsiteY16" fmla="*/ 4945377 h 49453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6109943" h="4945377">
                        <a:moveTo>
                          <a:pt x="232618" y="3688077"/>
                        </a:moveTo>
                        <a:cubicBezTo>
                          <a:pt x="142130" y="3488052"/>
                          <a:pt x="51643" y="3288027"/>
                          <a:pt x="18306" y="3073715"/>
                        </a:cubicBezTo>
                        <a:cubicBezTo>
                          <a:pt x="-15031" y="2859403"/>
                          <a:pt x="1637" y="2637946"/>
                          <a:pt x="32593" y="2402202"/>
                        </a:cubicBezTo>
                        <a:cubicBezTo>
                          <a:pt x="63549" y="2166458"/>
                          <a:pt x="108793" y="1897377"/>
                          <a:pt x="204043" y="1659252"/>
                        </a:cubicBezTo>
                        <a:cubicBezTo>
                          <a:pt x="299293" y="1421127"/>
                          <a:pt x="423118" y="1183002"/>
                          <a:pt x="604093" y="973452"/>
                        </a:cubicBezTo>
                        <a:cubicBezTo>
                          <a:pt x="785068" y="763902"/>
                          <a:pt x="1054149" y="547208"/>
                          <a:pt x="1289893" y="401952"/>
                        </a:cubicBezTo>
                        <a:cubicBezTo>
                          <a:pt x="1525637" y="256696"/>
                          <a:pt x="1766144" y="168590"/>
                          <a:pt x="2018556" y="101915"/>
                        </a:cubicBezTo>
                        <a:cubicBezTo>
                          <a:pt x="2270968" y="35240"/>
                          <a:pt x="2501949" y="-10004"/>
                          <a:pt x="2804368" y="1902"/>
                        </a:cubicBezTo>
                        <a:cubicBezTo>
                          <a:pt x="3106787" y="13808"/>
                          <a:pt x="3518743" y="61433"/>
                          <a:pt x="3833068" y="173352"/>
                        </a:cubicBezTo>
                        <a:cubicBezTo>
                          <a:pt x="4147393" y="285271"/>
                          <a:pt x="4454574" y="497203"/>
                          <a:pt x="4690318" y="673415"/>
                        </a:cubicBezTo>
                        <a:cubicBezTo>
                          <a:pt x="4926062" y="849627"/>
                          <a:pt x="5085606" y="1037746"/>
                          <a:pt x="5247531" y="1230627"/>
                        </a:cubicBezTo>
                        <a:cubicBezTo>
                          <a:pt x="5409456" y="1423508"/>
                          <a:pt x="5542806" y="1606865"/>
                          <a:pt x="5661868" y="1830702"/>
                        </a:cubicBezTo>
                        <a:cubicBezTo>
                          <a:pt x="5780930" y="2054539"/>
                          <a:pt x="5888087" y="2314096"/>
                          <a:pt x="5961906" y="2573652"/>
                        </a:cubicBezTo>
                        <a:cubicBezTo>
                          <a:pt x="6035725" y="2833208"/>
                          <a:pt x="6088112" y="3114196"/>
                          <a:pt x="6104781" y="3388040"/>
                        </a:cubicBezTo>
                        <a:cubicBezTo>
                          <a:pt x="6121450" y="3661884"/>
                          <a:pt x="6095255" y="3957159"/>
                          <a:pt x="6061918" y="4216715"/>
                        </a:cubicBezTo>
                        <a:cubicBezTo>
                          <a:pt x="6028581" y="4476271"/>
                          <a:pt x="5904756" y="4945377"/>
                          <a:pt x="5904756" y="4945377"/>
                        </a:cubicBezTo>
                        <a:lnTo>
                          <a:pt x="5904756" y="4945377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 dirty="0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515CADE6-A86C-4266-23A1-CB7DD192A1FE}"/>
              </a:ext>
            </a:extLst>
          </p:cNvPr>
          <p:cNvSpPr/>
          <p:nvPr/>
        </p:nvSpPr>
        <p:spPr>
          <a:xfrm>
            <a:off x="116418" y="-1500188"/>
            <a:ext cx="10861145" cy="9458322"/>
          </a:xfrm>
          <a:custGeom>
            <a:avLst/>
            <a:gdLst>
              <a:gd name="connsiteX0" fmla="*/ 413505 w 10861145"/>
              <a:gd name="connsiteY0" fmla="*/ 7053662 h 9458322"/>
              <a:gd name="connsiteX1" fmla="*/ 32541 w 10861145"/>
              <a:gd name="connsiteY1" fmla="*/ 5878659 h 9458322"/>
              <a:gd name="connsiteX2" fmla="*/ 57937 w 10861145"/>
              <a:gd name="connsiteY2" fmla="*/ 4594351 h 9458322"/>
              <a:gd name="connsiteX3" fmla="*/ 362710 w 10861145"/>
              <a:gd name="connsiteY3" fmla="*/ 3173416 h 9458322"/>
              <a:gd name="connsiteX4" fmla="*/ 1073846 w 10861145"/>
              <a:gd name="connsiteY4" fmla="*/ 1861783 h 9458322"/>
              <a:gd name="connsiteX5" fmla="*/ 2292937 w 10861145"/>
              <a:gd name="connsiteY5" fmla="*/ 768756 h 9458322"/>
              <a:gd name="connsiteX6" fmla="*/ 3588221 w 10861145"/>
              <a:gd name="connsiteY6" fmla="*/ 194918 h 9458322"/>
              <a:gd name="connsiteX7" fmla="*/ 4985095 w 10861145"/>
              <a:gd name="connsiteY7" fmla="*/ 3637 h 9458322"/>
              <a:gd name="connsiteX8" fmla="*/ 6813730 w 10861145"/>
              <a:gd name="connsiteY8" fmla="*/ 331545 h 9458322"/>
              <a:gd name="connsiteX9" fmla="*/ 8337593 w 10861145"/>
              <a:gd name="connsiteY9" fmla="*/ 1287945 h 9458322"/>
              <a:gd name="connsiteX10" fmla="*/ 9328105 w 10861145"/>
              <a:gd name="connsiteY10" fmla="*/ 2353645 h 9458322"/>
              <a:gd name="connsiteX11" fmla="*/ 10064638 w 10861145"/>
              <a:gd name="connsiteY11" fmla="*/ 3501324 h 9458322"/>
              <a:gd name="connsiteX12" fmla="*/ 10597991 w 10861145"/>
              <a:gd name="connsiteY12" fmla="*/ 4922259 h 9458322"/>
              <a:gd name="connsiteX13" fmla="*/ 10851968 w 10861145"/>
              <a:gd name="connsiteY13" fmla="*/ 6479824 h 9458322"/>
              <a:gd name="connsiteX14" fmla="*/ 10775774 w 10861145"/>
              <a:gd name="connsiteY14" fmla="*/ 8064713 h 9458322"/>
              <a:gd name="connsiteX15" fmla="*/ 10496400 w 10861145"/>
              <a:gd name="connsiteY15" fmla="*/ 9458322 h 9458322"/>
              <a:gd name="connsiteX16" fmla="*/ 10496400 w 10861145"/>
              <a:gd name="connsiteY16" fmla="*/ 9458322 h 9458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861145" h="9458322" extrusionOk="0">
                <a:moveTo>
                  <a:pt x="413505" y="7053662"/>
                </a:moveTo>
                <a:cubicBezTo>
                  <a:pt x="201389" y="6639482"/>
                  <a:pt x="-1857" y="6323694"/>
                  <a:pt x="32541" y="5878659"/>
                </a:cubicBezTo>
                <a:cubicBezTo>
                  <a:pt x="78191" y="5490861"/>
                  <a:pt x="-75878" y="5047730"/>
                  <a:pt x="57937" y="4594351"/>
                </a:cubicBezTo>
                <a:cubicBezTo>
                  <a:pt x="38080" y="4216606"/>
                  <a:pt x="179616" y="3704987"/>
                  <a:pt x="362710" y="3173416"/>
                </a:cubicBezTo>
                <a:cubicBezTo>
                  <a:pt x="407177" y="2649679"/>
                  <a:pt x="867210" y="2317540"/>
                  <a:pt x="1073846" y="1861783"/>
                </a:cubicBezTo>
                <a:cubicBezTo>
                  <a:pt x="1491527" y="1472393"/>
                  <a:pt x="1878520" y="1037005"/>
                  <a:pt x="2292937" y="768756"/>
                </a:cubicBezTo>
                <a:cubicBezTo>
                  <a:pt x="2669464" y="484432"/>
                  <a:pt x="3063267" y="394238"/>
                  <a:pt x="3588221" y="194918"/>
                </a:cubicBezTo>
                <a:cubicBezTo>
                  <a:pt x="4033402" y="33916"/>
                  <a:pt x="4423046" y="14863"/>
                  <a:pt x="4985095" y="3637"/>
                </a:cubicBezTo>
                <a:cubicBezTo>
                  <a:pt x="5655214" y="100606"/>
                  <a:pt x="6336287" y="137043"/>
                  <a:pt x="6813730" y="331545"/>
                </a:cubicBezTo>
                <a:cubicBezTo>
                  <a:pt x="7293613" y="532841"/>
                  <a:pt x="8019731" y="1033692"/>
                  <a:pt x="8337593" y="1287945"/>
                </a:cubicBezTo>
                <a:cubicBezTo>
                  <a:pt x="8765178" y="1637647"/>
                  <a:pt x="9049046" y="2075693"/>
                  <a:pt x="9328105" y="2353645"/>
                </a:cubicBezTo>
                <a:cubicBezTo>
                  <a:pt x="9643999" y="2765754"/>
                  <a:pt x="9899711" y="3130450"/>
                  <a:pt x="10064638" y="3501324"/>
                </a:cubicBezTo>
                <a:cubicBezTo>
                  <a:pt x="10312442" y="3897768"/>
                  <a:pt x="10476335" y="4380846"/>
                  <a:pt x="10597991" y="4922259"/>
                </a:cubicBezTo>
                <a:cubicBezTo>
                  <a:pt x="10648078" y="5431998"/>
                  <a:pt x="10716618" y="5883137"/>
                  <a:pt x="10851968" y="6479824"/>
                </a:cubicBezTo>
                <a:cubicBezTo>
                  <a:pt x="10855306" y="7001700"/>
                  <a:pt x="10829288" y="7556582"/>
                  <a:pt x="10775774" y="8064713"/>
                </a:cubicBezTo>
                <a:cubicBezTo>
                  <a:pt x="10716514" y="8561128"/>
                  <a:pt x="10496399" y="9458322"/>
                  <a:pt x="10496400" y="9458322"/>
                </a:cubicBezTo>
                <a:lnTo>
                  <a:pt x="10496400" y="9458322"/>
                </a:lnTo>
              </a:path>
            </a:pathLst>
          </a:custGeom>
          <a:noFill/>
          <a:ln w="28575">
            <a:solidFill>
              <a:srgbClr val="477567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32618 w 6109943"/>
                      <a:gd name="connsiteY0" fmla="*/ 3688077 h 4945377"/>
                      <a:gd name="connsiteX1" fmla="*/ 18306 w 6109943"/>
                      <a:gd name="connsiteY1" fmla="*/ 3073715 h 4945377"/>
                      <a:gd name="connsiteX2" fmla="*/ 32593 w 6109943"/>
                      <a:gd name="connsiteY2" fmla="*/ 2402202 h 4945377"/>
                      <a:gd name="connsiteX3" fmla="*/ 204043 w 6109943"/>
                      <a:gd name="connsiteY3" fmla="*/ 1659252 h 4945377"/>
                      <a:gd name="connsiteX4" fmla="*/ 604093 w 6109943"/>
                      <a:gd name="connsiteY4" fmla="*/ 973452 h 4945377"/>
                      <a:gd name="connsiteX5" fmla="*/ 1289893 w 6109943"/>
                      <a:gd name="connsiteY5" fmla="*/ 401952 h 4945377"/>
                      <a:gd name="connsiteX6" fmla="*/ 2018556 w 6109943"/>
                      <a:gd name="connsiteY6" fmla="*/ 101915 h 4945377"/>
                      <a:gd name="connsiteX7" fmla="*/ 2804368 w 6109943"/>
                      <a:gd name="connsiteY7" fmla="*/ 1902 h 4945377"/>
                      <a:gd name="connsiteX8" fmla="*/ 3833068 w 6109943"/>
                      <a:gd name="connsiteY8" fmla="*/ 173352 h 4945377"/>
                      <a:gd name="connsiteX9" fmla="*/ 4690318 w 6109943"/>
                      <a:gd name="connsiteY9" fmla="*/ 673415 h 4945377"/>
                      <a:gd name="connsiteX10" fmla="*/ 5247531 w 6109943"/>
                      <a:gd name="connsiteY10" fmla="*/ 1230627 h 4945377"/>
                      <a:gd name="connsiteX11" fmla="*/ 5661868 w 6109943"/>
                      <a:gd name="connsiteY11" fmla="*/ 1830702 h 4945377"/>
                      <a:gd name="connsiteX12" fmla="*/ 5961906 w 6109943"/>
                      <a:gd name="connsiteY12" fmla="*/ 2573652 h 4945377"/>
                      <a:gd name="connsiteX13" fmla="*/ 6104781 w 6109943"/>
                      <a:gd name="connsiteY13" fmla="*/ 3388040 h 4945377"/>
                      <a:gd name="connsiteX14" fmla="*/ 6061918 w 6109943"/>
                      <a:gd name="connsiteY14" fmla="*/ 4216715 h 4945377"/>
                      <a:gd name="connsiteX15" fmla="*/ 5904756 w 6109943"/>
                      <a:gd name="connsiteY15" fmla="*/ 4945377 h 4945377"/>
                      <a:gd name="connsiteX16" fmla="*/ 5904756 w 6109943"/>
                      <a:gd name="connsiteY16" fmla="*/ 4945377 h 49453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6109943" h="4945377">
                        <a:moveTo>
                          <a:pt x="232618" y="3688077"/>
                        </a:moveTo>
                        <a:cubicBezTo>
                          <a:pt x="142130" y="3488052"/>
                          <a:pt x="51643" y="3288027"/>
                          <a:pt x="18306" y="3073715"/>
                        </a:cubicBezTo>
                        <a:cubicBezTo>
                          <a:pt x="-15031" y="2859403"/>
                          <a:pt x="1637" y="2637946"/>
                          <a:pt x="32593" y="2402202"/>
                        </a:cubicBezTo>
                        <a:cubicBezTo>
                          <a:pt x="63549" y="2166458"/>
                          <a:pt x="108793" y="1897377"/>
                          <a:pt x="204043" y="1659252"/>
                        </a:cubicBezTo>
                        <a:cubicBezTo>
                          <a:pt x="299293" y="1421127"/>
                          <a:pt x="423118" y="1183002"/>
                          <a:pt x="604093" y="973452"/>
                        </a:cubicBezTo>
                        <a:cubicBezTo>
                          <a:pt x="785068" y="763902"/>
                          <a:pt x="1054149" y="547208"/>
                          <a:pt x="1289893" y="401952"/>
                        </a:cubicBezTo>
                        <a:cubicBezTo>
                          <a:pt x="1525637" y="256696"/>
                          <a:pt x="1766144" y="168590"/>
                          <a:pt x="2018556" y="101915"/>
                        </a:cubicBezTo>
                        <a:cubicBezTo>
                          <a:pt x="2270968" y="35240"/>
                          <a:pt x="2501949" y="-10004"/>
                          <a:pt x="2804368" y="1902"/>
                        </a:cubicBezTo>
                        <a:cubicBezTo>
                          <a:pt x="3106787" y="13808"/>
                          <a:pt x="3518743" y="61433"/>
                          <a:pt x="3833068" y="173352"/>
                        </a:cubicBezTo>
                        <a:cubicBezTo>
                          <a:pt x="4147393" y="285271"/>
                          <a:pt x="4454574" y="497203"/>
                          <a:pt x="4690318" y="673415"/>
                        </a:cubicBezTo>
                        <a:cubicBezTo>
                          <a:pt x="4926062" y="849627"/>
                          <a:pt x="5085606" y="1037746"/>
                          <a:pt x="5247531" y="1230627"/>
                        </a:cubicBezTo>
                        <a:cubicBezTo>
                          <a:pt x="5409456" y="1423508"/>
                          <a:pt x="5542806" y="1606865"/>
                          <a:pt x="5661868" y="1830702"/>
                        </a:cubicBezTo>
                        <a:cubicBezTo>
                          <a:pt x="5780930" y="2054539"/>
                          <a:pt x="5888087" y="2314096"/>
                          <a:pt x="5961906" y="2573652"/>
                        </a:cubicBezTo>
                        <a:cubicBezTo>
                          <a:pt x="6035725" y="2833208"/>
                          <a:pt x="6088112" y="3114196"/>
                          <a:pt x="6104781" y="3388040"/>
                        </a:cubicBezTo>
                        <a:cubicBezTo>
                          <a:pt x="6121450" y="3661884"/>
                          <a:pt x="6095255" y="3957159"/>
                          <a:pt x="6061918" y="4216715"/>
                        </a:cubicBezTo>
                        <a:cubicBezTo>
                          <a:pt x="6028581" y="4476271"/>
                          <a:pt x="5904756" y="4945377"/>
                          <a:pt x="5904756" y="4945377"/>
                        </a:cubicBezTo>
                        <a:lnTo>
                          <a:pt x="5904756" y="4945377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209022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0D670-B962-51FB-B286-4639E4B8F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AC4D165-8EBF-B958-F4AB-FDE503FD8127}"/>
              </a:ext>
            </a:extLst>
          </p:cNvPr>
          <p:cNvSpPr/>
          <p:nvPr/>
        </p:nvSpPr>
        <p:spPr>
          <a:xfrm>
            <a:off x="1986150" y="-716004"/>
            <a:ext cx="10520362" cy="8290008"/>
          </a:xfrm>
          <a:prstGeom prst="rect">
            <a:avLst/>
          </a:prstGeom>
          <a:gradFill flip="none" rotWithShape="1">
            <a:gsLst>
              <a:gs pos="0">
                <a:srgbClr val="724E19"/>
              </a:gs>
              <a:gs pos="46000">
                <a:srgbClr val="3A200F"/>
              </a:gs>
              <a:gs pos="100000">
                <a:schemeClr val="tx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 dirty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2D41F581-E802-458C-015D-58AE60B44337}"/>
              </a:ext>
            </a:extLst>
          </p:cNvPr>
          <p:cNvSpPr/>
          <p:nvPr/>
        </p:nvSpPr>
        <p:spPr>
          <a:xfrm>
            <a:off x="4200525" y="2643188"/>
            <a:ext cx="5243513" cy="85725"/>
          </a:xfrm>
          <a:custGeom>
            <a:avLst/>
            <a:gdLst>
              <a:gd name="connsiteX0" fmla="*/ 5243513 w 5243513"/>
              <a:gd name="connsiteY0" fmla="*/ 85725 h 85725"/>
              <a:gd name="connsiteX1" fmla="*/ 4713336 w 5243513"/>
              <a:gd name="connsiteY1" fmla="*/ 77057 h 85725"/>
              <a:gd name="connsiteX2" fmla="*/ 4288028 w 5243513"/>
              <a:gd name="connsiteY2" fmla="*/ 70104 h 85725"/>
              <a:gd name="connsiteX3" fmla="*/ 3600546 w 5243513"/>
              <a:gd name="connsiteY3" fmla="*/ 58865 h 85725"/>
              <a:gd name="connsiteX4" fmla="*/ 3070368 w 5243513"/>
              <a:gd name="connsiteY4" fmla="*/ 50197 h 85725"/>
              <a:gd name="connsiteX5" fmla="*/ 2540191 w 5243513"/>
              <a:gd name="connsiteY5" fmla="*/ 41529 h 85725"/>
              <a:gd name="connsiteX6" fmla="*/ 1852708 w 5243513"/>
              <a:gd name="connsiteY6" fmla="*/ 30290 h 85725"/>
              <a:gd name="connsiteX7" fmla="*/ 1374966 w 5243513"/>
              <a:gd name="connsiteY7" fmla="*/ 22479 h 85725"/>
              <a:gd name="connsiteX8" fmla="*/ 687483 w 5243513"/>
              <a:gd name="connsiteY8" fmla="*/ 11240 h 85725"/>
              <a:gd name="connsiteX9" fmla="*/ 0 w 5243513"/>
              <a:gd name="connsiteY9" fmla="*/ 0 h 85725"/>
              <a:gd name="connsiteX10" fmla="*/ 0 w 5243513"/>
              <a:gd name="connsiteY10" fmla="*/ 0 h 85725"/>
              <a:gd name="connsiteX11" fmla="*/ 0 w 5243513"/>
              <a:gd name="connsiteY11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43513" h="85725" extrusionOk="0">
                <a:moveTo>
                  <a:pt x="5243513" y="85725"/>
                </a:moveTo>
                <a:cubicBezTo>
                  <a:pt x="5016648" y="95302"/>
                  <a:pt x="4906406" y="56465"/>
                  <a:pt x="4713336" y="77057"/>
                </a:cubicBezTo>
                <a:cubicBezTo>
                  <a:pt x="4520266" y="97649"/>
                  <a:pt x="4490700" y="32827"/>
                  <a:pt x="4288028" y="70104"/>
                </a:cubicBezTo>
                <a:cubicBezTo>
                  <a:pt x="4085356" y="107381"/>
                  <a:pt x="3776575" y="11009"/>
                  <a:pt x="3600546" y="58865"/>
                </a:cubicBezTo>
                <a:cubicBezTo>
                  <a:pt x="3424517" y="106721"/>
                  <a:pt x="3311293" y="-9499"/>
                  <a:pt x="3070368" y="50197"/>
                </a:cubicBezTo>
                <a:cubicBezTo>
                  <a:pt x="2829443" y="109893"/>
                  <a:pt x="2692184" y="5785"/>
                  <a:pt x="2540191" y="41529"/>
                </a:cubicBezTo>
                <a:cubicBezTo>
                  <a:pt x="2388198" y="77273"/>
                  <a:pt x="2046273" y="-20504"/>
                  <a:pt x="1852708" y="30290"/>
                </a:cubicBezTo>
                <a:cubicBezTo>
                  <a:pt x="1659143" y="81083"/>
                  <a:pt x="1612856" y="10759"/>
                  <a:pt x="1374966" y="22479"/>
                </a:cubicBezTo>
                <a:cubicBezTo>
                  <a:pt x="1137076" y="34199"/>
                  <a:pt x="854089" y="-52725"/>
                  <a:pt x="687483" y="11240"/>
                </a:cubicBezTo>
                <a:cubicBezTo>
                  <a:pt x="520877" y="75204"/>
                  <a:pt x="204803" y="-40214"/>
                  <a:pt x="0" y="0"/>
                </a:cubicBez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606076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5243513 w 5243513"/>
                      <a:gd name="connsiteY0" fmla="*/ 85725 h 85725"/>
                      <a:gd name="connsiteX1" fmla="*/ 0 w 5243513"/>
                      <a:gd name="connsiteY1" fmla="*/ 0 h 85725"/>
                      <a:gd name="connsiteX2" fmla="*/ 0 w 5243513"/>
                      <a:gd name="connsiteY2" fmla="*/ 0 h 85725"/>
                      <a:gd name="connsiteX3" fmla="*/ 0 w 5243513"/>
                      <a:gd name="connsiteY3" fmla="*/ 0 h 857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243513" h="85725">
                        <a:moveTo>
                          <a:pt x="5243513" y="85725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136C7194-0FF5-0583-F558-0A69089EB890}"/>
              </a:ext>
            </a:extLst>
          </p:cNvPr>
          <p:cNvSpPr/>
          <p:nvPr/>
        </p:nvSpPr>
        <p:spPr>
          <a:xfrm>
            <a:off x="4271963" y="3143250"/>
            <a:ext cx="5200650" cy="28575"/>
          </a:xfrm>
          <a:custGeom>
            <a:avLst/>
            <a:gdLst>
              <a:gd name="connsiteX0" fmla="*/ 0 w 5200650"/>
              <a:gd name="connsiteY0" fmla="*/ 0 h 28575"/>
              <a:gd name="connsiteX1" fmla="*/ 525844 w 5200650"/>
              <a:gd name="connsiteY1" fmla="*/ 2889 h 28575"/>
              <a:gd name="connsiteX2" fmla="*/ 947674 w 5200650"/>
              <a:gd name="connsiteY2" fmla="*/ 5207 h 28575"/>
              <a:gd name="connsiteX3" fmla="*/ 1629537 w 5200650"/>
              <a:gd name="connsiteY3" fmla="*/ 8954 h 28575"/>
              <a:gd name="connsiteX4" fmla="*/ 2155381 w 5200650"/>
              <a:gd name="connsiteY4" fmla="*/ 11843 h 28575"/>
              <a:gd name="connsiteX5" fmla="*/ 2681224 w 5200650"/>
              <a:gd name="connsiteY5" fmla="*/ 14732 h 28575"/>
              <a:gd name="connsiteX6" fmla="*/ 3363087 w 5200650"/>
              <a:gd name="connsiteY6" fmla="*/ 18479 h 28575"/>
              <a:gd name="connsiteX7" fmla="*/ 3836924 w 5200650"/>
              <a:gd name="connsiteY7" fmla="*/ 21082 h 28575"/>
              <a:gd name="connsiteX8" fmla="*/ 4518787 w 5200650"/>
              <a:gd name="connsiteY8" fmla="*/ 24828 h 28575"/>
              <a:gd name="connsiteX9" fmla="*/ 5200650 w 5200650"/>
              <a:gd name="connsiteY9" fmla="*/ 28575 h 28575"/>
              <a:gd name="connsiteX10" fmla="*/ 5200650 w 5200650"/>
              <a:gd name="connsiteY10" fmla="*/ 28575 h 28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00650" h="28575" extrusionOk="0">
                <a:moveTo>
                  <a:pt x="0" y="0"/>
                </a:moveTo>
                <a:cubicBezTo>
                  <a:pt x="157333" y="-56969"/>
                  <a:pt x="341669" y="48842"/>
                  <a:pt x="525844" y="2889"/>
                </a:cubicBezTo>
                <a:cubicBezTo>
                  <a:pt x="710019" y="-43064"/>
                  <a:pt x="849373" y="5224"/>
                  <a:pt x="947674" y="5207"/>
                </a:cubicBezTo>
                <a:cubicBezTo>
                  <a:pt x="1045975" y="5190"/>
                  <a:pt x="1463449" y="57701"/>
                  <a:pt x="1629537" y="8954"/>
                </a:cubicBezTo>
                <a:cubicBezTo>
                  <a:pt x="1795624" y="-39793"/>
                  <a:pt x="1990433" y="36473"/>
                  <a:pt x="2155381" y="11843"/>
                </a:cubicBezTo>
                <a:cubicBezTo>
                  <a:pt x="2320329" y="-12787"/>
                  <a:pt x="2481360" y="68114"/>
                  <a:pt x="2681224" y="14732"/>
                </a:cubicBezTo>
                <a:cubicBezTo>
                  <a:pt x="2881088" y="-38650"/>
                  <a:pt x="3214681" y="45324"/>
                  <a:pt x="3363087" y="18479"/>
                </a:cubicBezTo>
                <a:cubicBezTo>
                  <a:pt x="3511492" y="-8366"/>
                  <a:pt x="3699834" y="61664"/>
                  <a:pt x="3836924" y="21082"/>
                </a:cubicBezTo>
                <a:cubicBezTo>
                  <a:pt x="3974014" y="-19500"/>
                  <a:pt x="4332975" y="71757"/>
                  <a:pt x="4518787" y="24828"/>
                </a:cubicBezTo>
                <a:cubicBezTo>
                  <a:pt x="4704599" y="-22101"/>
                  <a:pt x="4860250" y="105652"/>
                  <a:pt x="5200650" y="28575"/>
                </a:cubicBezTo>
                <a:lnTo>
                  <a:pt x="5200650" y="28575"/>
                </a:lnTo>
              </a:path>
            </a:pathLst>
          </a:custGeom>
          <a:noFill/>
          <a:ln w="28575">
            <a:solidFill>
              <a:srgbClr val="537555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00650"/>
                      <a:gd name="connsiteY0" fmla="*/ 0 h 28575"/>
                      <a:gd name="connsiteX1" fmla="*/ 5200650 w 5200650"/>
                      <a:gd name="connsiteY1" fmla="*/ 28575 h 28575"/>
                      <a:gd name="connsiteX2" fmla="*/ 5200650 w 5200650"/>
                      <a:gd name="connsiteY2" fmla="*/ 28575 h 28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5200650" h="28575">
                        <a:moveTo>
                          <a:pt x="0" y="0"/>
                        </a:moveTo>
                        <a:lnTo>
                          <a:pt x="5200650" y="28575"/>
                        </a:lnTo>
                        <a:lnTo>
                          <a:pt x="5200650" y="28575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32485E34-0B57-FC91-D1BD-FD98C3AF0BB1}"/>
              </a:ext>
            </a:extLst>
          </p:cNvPr>
          <p:cNvSpPr/>
          <p:nvPr/>
        </p:nvSpPr>
        <p:spPr>
          <a:xfrm>
            <a:off x="4271963" y="2228851"/>
            <a:ext cx="5200650" cy="28575"/>
          </a:xfrm>
          <a:custGeom>
            <a:avLst/>
            <a:gdLst>
              <a:gd name="connsiteX0" fmla="*/ 0 w 5200650"/>
              <a:gd name="connsiteY0" fmla="*/ 0 h 28575"/>
              <a:gd name="connsiteX1" fmla="*/ 525844 w 5200650"/>
              <a:gd name="connsiteY1" fmla="*/ 2889 h 28575"/>
              <a:gd name="connsiteX2" fmla="*/ 947674 w 5200650"/>
              <a:gd name="connsiteY2" fmla="*/ 5207 h 28575"/>
              <a:gd name="connsiteX3" fmla="*/ 1629537 w 5200650"/>
              <a:gd name="connsiteY3" fmla="*/ 8954 h 28575"/>
              <a:gd name="connsiteX4" fmla="*/ 2155381 w 5200650"/>
              <a:gd name="connsiteY4" fmla="*/ 11843 h 28575"/>
              <a:gd name="connsiteX5" fmla="*/ 2681224 w 5200650"/>
              <a:gd name="connsiteY5" fmla="*/ 14732 h 28575"/>
              <a:gd name="connsiteX6" fmla="*/ 3363087 w 5200650"/>
              <a:gd name="connsiteY6" fmla="*/ 18479 h 28575"/>
              <a:gd name="connsiteX7" fmla="*/ 3836924 w 5200650"/>
              <a:gd name="connsiteY7" fmla="*/ 21082 h 28575"/>
              <a:gd name="connsiteX8" fmla="*/ 4518787 w 5200650"/>
              <a:gd name="connsiteY8" fmla="*/ 24828 h 28575"/>
              <a:gd name="connsiteX9" fmla="*/ 5200650 w 5200650"/>
              <a:gd name="connsiteY9" fmla="*/ 28575 h 28575"/>
              <a:gd name="connsiteX10" fmla="*/ 5200650 w 5200650"/>
              <a:gd name="connsiteY10" fmla="*/ 28575 h 28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00650" h="28575" extrusionOk="0">
                <a:moveTo>
                  <a:pt x="0" y="0"/>
                </a:moveTo>
                <a:cubicBezTo>
                  <a:pt x="157333" y="-56969"/>
                  <a:pt x="341669" y="48842"/>
                  <a:pt x="525844" y="2889"/>
                </a:cubicBezTo>
                <a:cubicBezTo>
                  <a:pt x="710019" y="-43064"/>
                  <a:pt x="849373" y="5224"/>
                  <a:pt x="947674" y="5207"/>
                </a:cubicBezTo>
                <a:cubicBezTo>
                  <a:pt x="1045975" y="5190"/>
                  <a:pt x="1463449" y="57701"/>
                  <a:pt x="1629537" y="8954"/>
                </a:cubicBezTo>
                <a:cubicBezTo>
                  <a:pt x="1795624" y="-39793"/>
                  <a:pt x="1990433" y="36473"/>
                  <a:pt x="2155381" y="11843"/>
                </a:cubicBezTo>
                <a:cubicBezTo>
                  <a:pt x="2320329" y="-12787"/>
                  <a:pt x="2481360" y="68114"/>
                  <a:pt x="2681224" y="14732"/>
                </a:cubicBezTo>
                <a:cubicBezTo>
                  <a:pt x="2881088" y="-38650"/>
                  <a:pt x="3214681" y="45324"/>
                  <a:pt x="3363087" y="18479"/>
                </a:cubicBezTo>
                <a:cubicBezTo>
                  <a:pt x="3511492" y="-8366"/>
                  <a:pt x="3699834" y="61664"/>
                  <a:pt x="3836924" y="21082"/>
                </a:cubicBezTo>
                <a:cubicBezTo>
                  <a:pt x="3974014" y="-19500"/>
                  <a:pt x="4332975" y="71757"/>
                  <a:pt x="4518787" y="24828"/>
                </a:cubicBezTo>
                <a:cubicBezTo>
                  <a:pt x="4704599" y="-22101"/>
                  <a:pt x="4860250" y="105652"/>
                  <a:pt x="5200650" y="28575"/>
                </a:cubicBezTo>
                <a:lnTo>
                  <a:pt x="5200650" y="28575"/>
                </a:lnTo>
              </a:path>
            </a:pathLst>
          </a:custGeom>
          <a:noFill/>
          <a:ln w="28575">
            <a:solidFill>
              <a:srgbClr val="537555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00650"/>
                      <a:gd name="connsiteY0" fmla="*/ 0 h 28575"/>
                      <a:gd name="connsiteX1" fmla="*/ 5200650 w 5200650"/>
                      <a:gd name="connsiteY1" fmla="*/ 28575 h 28575"/>
                      <a:gd name="connsiteX2" fmla="*/ 5200650 w 5200650"/>
                      <a:gd name="connsiteY2" fmla="*/ 28575 h 28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5200650" h="28575">
                        <a:moveTo>
                          <a:pt x="0" y="0"/>
                        </a:moveTo>
                        <a:lnTo>
                          <a:pt x="5200650" y="28575"/>
                        </a:lnTo>
                        <a:lnTo>
                          <a:pt x="5200650" y="28575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49FEF928-8630-7418-35E2-11147ED56A59}"/>
              </a:ext>
            </a:extLst>
          </p:cNvPr>
          <p:cNvSpPr/>
          <p:nvPr/>
        </p:nvSpPr>
        <p:spPr>
          <a:xfrm>
            <a:off x="4424363" y="2381251"/>
            <a:ext cx="5200650" cy="28575"/>
          </a:xfrm>
          <a:custGeom>
            <a:avLst/>
            <a:gdLst>
              <a:gd name="connsiteX0" fmla="*/ 0 w 5200650"/>
              <a:gd name="connsiteY0" fmla="*/ 0 h 28575"/>
              <a:gd name="connsiteX1" fmla="*/ 525844 w 5200650"/>
              <a:gd name="connsiteY1" fmla="*/ 2889 h 28575"/>
              <a:gd name="connsiteX2" fmla="*/ 947674 w 5200650"/>
              <a:gd name="connsiteY2" fmla="*/ 5207 h 28575"/>
              <a:gd name="connsiteX3" fmla="*/ 1629537 w 5200650"/>
              <a:gd name="connsiteY3" fmla="*/ 8954 h 28575"/>
              <a:gd name="connsiteX4" fmla="*/ 2155381 w 5200650"/>
              <a:gd name="connsiteY4" fmla="*/ 11843 h 28575"/>
              <a:gd name="connsiteX5" fmla="*/ 2681224 w 5200650"/>
              <a:gd name="connsiteY5" fmla="*/ 14732 h 28575"/>
              <a:gd name="connsiteX6" fmla="*/ 3363087 w 5200650"/>
              <a:gd name="connsiteY6" fmla="*/ 18479 h 28575"/>
              <a:gd name="connsiteX7" fmla="*/ 3836924 w 5200650"/>
              <a:gd name="connsiteY7" fmla="*/ 21082 h 28575"/>
              <a:gd name="connsiteX8" fmla="*/ 4518787 w 5200650"/>
              <a:gd name="connsiteY8" fmla="*/ 24828 h 28575"/>
              <a:gd name="connsiteX9" fmla="*/ 5200650 w 5200650"/>
              <a:gd name="connsiteY9" fmla="*/ 28575 h 28575"/>
              <a:gd name="connsiteX10" fmla="*/ 5200650 w 5200650"/>
              <a:gd name="connsiteY10" fmla="*/ 28575 h 28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00650" h="28575" extrusionOk="0">
                <a:moveTo>
                  <a:pt x="0" y="0"/>
                </a:moveTo>
                <a:cubicBezTo>
                  <a:pt x="157333" y="-56969"/>
                  <a:pt x="341669" y="48842"/>
                  <a:pt x="525844" y="2889"/>
                </a:cubicBezTo>
                <a:cubicBezTo>
                  <a:pt x="710019" y="-43064"/>
                  <a:pt x="849373" y="5224"/>
                  <a:pt x="947674" y="5207"/>
                </a:cubicBezTo>
                <a:cubicBezTo>
                  <a:pt x="1045975" y="5190"/>
                  <a:pt x="1463449" y="57701"/>
                  <a:pt x="1629537" y="8954"/>
                </a:cubicBezTo>
                <a:cubicBezTo>
                  <a:pt x="1795624" y="-39793"/>
                  <a:pt x="1990433" y="36473"/>
                  <a:pt x="2155381" y="11843"/>
                </a:cubicBezTo>
                <a:cubicBezTo>
                  <a:pt x="2320329" y="-12787"/>
                  <a:pt x="2481360" y="68114"/>
                  <a:pt x="2681224" y="14732"/>
                </a:cubicBezTo>
                <a:cubicBezTo>
                  <a:pt x="2881088" y="-38650"/>
                  <a:pt x="3214681" y="45324"/>
                  <a:pt x="3363087" y="18479"/>
                </a:cubicBezTo>
                <a:cubicBezTo>
                  <a:pt x="3511492" y="-8366"/>
                  <a:pt x="3699834" y="61664"/>
                  <a:pt x="3836924" y="21082"/>
                </a:cubicBezTo>
                <a:cubicBezTo>
                  <a:pt x="3974014" y="-19500"/>
                  <a:pt x="4332975" y="71757"/>
                  <a:pt x="4518787" y="24828"/>
                </a:cubicBezTo>
                <a:cubicBezTo>
                  <a:pt x="4704599" y="-22101"/>
                  <a:pt x="4860250" y="105652"/>
                  <a:pt x="5200650" y="28575"/>
                </a:cubicBezTo>
                <a:lnTo>
                  <a:pt x="5200650" y="28575"/>
                </a:lnTo>
              </a:path>
            </a:pathLst>
          </a:custGeom>
          <a:noFill/>
          <a:ln w="28575">
            <a:solidFill>
              <a:srgbClr val="606076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00650"/>
                      <a:gd name="connsiteY0" fmla="*/ 0 h 28575"/>
                      <a:gd name="connsiteX1" fmla="*/ 5200650 w 5200650"/>
                      <a:gd name="connsiteY1" fmla="*/ 28575 h 28575"/>
                      <a:gd name="connsiteX2" fmla="*/ 5200650 w 5200650"/>
                      <a:gd name="connsiteY2" fmla="*/ 28575 h 28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5200650" h="28575">
                        <a:moveTo>
                          <a:pt x="0" y="0"/>
                        </a:moveTo>
                        <a:lnTo>
                          <a:pt x="5200650" y="28575"/>
                        </a:lnTo>
                        <a:lnTo>
                          <a:pt x="5200650" y="28575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AD4ECED8-0125-8FB7-6DB3-117F0CB8E4DD}"/>
              </a:ext>
            </a:extLst>
          </p:cNvPr>
          <p:cNvSpPr/>
          <p:nvPr/>
        </p:nvSpPr>
        <p:spPr>
          <a:xfrm>
            <a:off x="4576763" y="2533651"/>
            <a:ext cx="5200650" cy="28575"/>
          </a:xfrm>
          <a:custGeom>
            <a:avLst/>
            <a:gdLst>
              <a:gd name="connsiteX0" fmla="*/ 0 w 5200650"/>
              <a:gd name="connsiteY0" fmla="*/ 0 h 28575"/>
              <a:gd name="connsiteX1" fmla="*/ 525844 w 5200650"/>
              <a:gd name="connsiteY1" fmla="*/ 2889 h 28575"/>
              <a:gd name="connsiteX2" fmla="*/ 947674 w 5200650"/>
              <a:gd name="connsiteY2" fmla="*/ 5207 h 28575"/>
              <a:gd name="connsiteX3" fmla="*/ 1629537 w 5200650"/>
              <a:gd name="connsiteY3" fmla="*/ 8954 h 28575"/>
              <a:gd name="connsiteX4" fmla="*/ 2155381 w 5200650"/>
              <a:gd name="connsiteY4" fmla="*/ 11843 h 28575"/>
              <a:gd name="connsiteX5" fmla="*/ 2681224 w 5200650"/>
              <a:gd name="connsiteY5" fmla="*/ 14732 h 28575"/>
              <a:gd name="connsiteX6" fmla="*/ 3363087 w 5200650"/>
              <a:gd name="connsiteY6" fmla="*/ 18479 h 28575"/>
              <a:gd name="connsiteX7" fmla="*/ 3836924 w 5200650"/>
              <a:gd name="connsiteY7" fmla="*/ 21082 h 28575"/>
              <a:gd name="connsiteX8" fmla="*/ 4518787 w 5200650"/>
              <a:gd name="connsiteY8" fmla="*/ 24828 h 28575"/>
              <a:gd name="connsiteX9" fmla="*/ 5200650 w 5200650"/>
              <a:gd name="connsiteY9" fmla="*/ 28575 h 28575"/>
              <a:gd name="connsiteX10" fmla="*/ 5200650 w 5200650"/>
              <a:gd name="connsiteY10" fmla="*/ 28575 h 28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00650" h="28575" extrusionOk="0">
                <a:moveTo>
                  <a:pt x="0" y="0"/>
                </a:moveTo>
                <a:cubicBezTo>
                  <a:pt x="157333" y="-56969"/>
                  <a:pt x="341669" y="48842"/>
                  <a:pt x="525844" y="2889"/>
                </a:cubicBezTo>
                <a:cubicBezTo>
                  <a:pt x="710019" y="-43064"/>
                  <a:pt x="849373" y="5224"/>
                  <a:pt x="947674" y="5207"/>
                </a:cubicBezTo>
                <a:cubicBezTo>
                  <a:pt x="1045975" y="5190"/>
                  <a:pt x="1463449" y="57701"/>
                  <a:pt x="1629537" y="8954"/>
                </a:cubicBezTo>
                <a:cubicBezTo>
                  <a:pt x="1795624" y="-39793"/>
                  <a:pt x="1990433" y="36473"/>
                  <a:pt x="2155381" y="11843"/>
                </a:cubicBezTo>
                <a:cubicBezTo>
                  <a:pt x="2320329" y="-12787"/>
                  <a:pt x="2481360" y="68114"/>
                  <a:pt x="2681224" y="14732"/>
                </a:cubicBezTo>
                <a:cubicBezTo>
                  <a:pt x="2881088" y="-38650"/>
                  <a:pt x="3214681" y="45324"/>
                  <a:pt x="3363087" y="18479"/>
                </a:cubicBezTo>
                <a:cubicBezTo>
                  <a:pt x="3511492" y="-8366"/>
                  <a:pt x="3699834" y="61664"/>
                  <a:pt x="3836924" y="21082"/>
                </a:cubicBezTo>
                <a:cubicBezTo>
                  <a:pt x="3974014" y="-19500"/>
                  <a:pt x="4332975" y="71757"/>
                  <a:pt x="4518787" y="24828"/>
                </a:cubicBezTo>
                <a:cubicBezTo>
                  <a:pt x="4704599" y="-22101"/>
                  <a:pt x="4860250" y="105652"/>
                  <a:pt x="5200650" y="28575"/>
                </a:cubicBezTo>
                <a:lnTo>
                  <a:pt x="5200650" y="28575"/>
                </a:lnTo>
              </a:path>
            </a:pathLst>
          </a:custGeom>
          <a:noFill/>
          <a:ln w="28575">
            <a:solidFill>
              <a:srgbClr val="B19EAC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00650"/>
                      <a:gd name="connsiteY0" fmla="*/ 0 h 28575"/>
                      <a:gd name="connsiteX1" fmla="*/ 5200650 w 5200650"/>
                      <a:gd name="connsiteY1" fmla="*/ 28575 h 28575"/>
                      <a:gd name="connsiteX2" fmla="*/ 5200650 w 5200650"/>
                      <a:gd name="connsiteY2" fmla="*/ 28575 h 28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5200650" h="28575">
                        <a:moveTo>
                          <a:pt x="0" y="0"/>
                        </a:moveTo>
                        <a:lnTo>
                          <a:pt x="5200650" y="28575"/>
                        </a:lnTo>
                        <a:lnTo>
                          <a:pt x="5200650" y="28575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ABE1754E-8E77-C894-5567-6CAC7CB77686}"/>
              </a:ext>
            </a:extLst>
          </p:cNvPr>
          <p:cNvSpPr/>
          <p:nvPr/>
        </p:nvSpPr>
        <p:spPr>
          <a:xfrm>
            <a:off x="4029075" y="3286126"/>
            <a:ext cx="5200650" cy="28575"/>
          </a:xfrm>
          <a:custGeom>
            <a:avLst/>
            <a:gdLst>
              <a:gd name="connsiteX0" fmla="*/ 0 w 5200650"/>
              <a:gd name="connsiteY0" fmla="*/ 0 h 28575"/>
              <a:gd name="connsiteX1" fmla="*/ 525844 w 5200650"/>
              <a:gd name="connsiteY1" fmla="*/ 2889 h 28575"/>
              <a:gd name="connsiteX2" fmla="*/ 947674 w 5200650"/>
              <a:gd name="connsiteY2" fmla="*/ 5207 h 28575"/>
              <a:gd name="connsiteX3" fmla="*/ 1629537 w 5200650"/>
              <a:gd name="connsiteY3" fmla="*/ 8954 h 28575"/>
              <a:gd name="connsiteX4" fmla="*/ 2155381 w 5200650"/>
              <a:gd name="connsiteY4" fmla="*/ 11843 h 28575"/>
              <a:gd name="connsiteX5" fmla="*/ 2681224 w 5200650"/>
              <a:gd name="connsiteY5" fmla="*/ 14732 h 28575"/>
              <a:gd name="connsiteX6" fmla="*/ 3363087 w 5200650"/>
              <a:gd name="connsiteY6" fmla="*/ 18479 h 28575"/>
              <a:gd name="connsiteX7" fmla="*/ 3836924 w 5200650"/>
              <a:gd name="connsiteY7" fmla="*/ 21082 h 28575"/>
              <a:gd name="connsiteX8" fmla="*/ 4518787 w 5200650"/>
              <a:gd name="connsiteY8" fmla="*/ 24828 h 28575"/>
              <a:gd name="connsiteX9" fmla="*/ 5200650 w 5200650"/>
              <a:gd name="connsiteY9" fmla="*/ 28575 h 28575"/>
              <a:gd name="connsiteX10" fmla="*/ 5200650 w 5200650"/>
              <a:gd name="connsiteY10" fmla="*/ 28575 h 28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00650" h="28575" extrusionOk="0">
                <a:moveTo>
                  <a:pt x="0" y="0"/>
                </a:moveTo>
                <a:cubicBezTo>
                  <a:pt x="157333" y="-56969"/>
                  <a:pt x="341669" y="48842"/>
                  <a:pt x="525844" y="2889"/>
                </a:cubicBezTo>
                <a:cubicBezTo>
                  <a:pt x="710019" y="-43064"/>
                  <a:pt x="849373" y="5224"/>
                  <a:pt x="947674" y="5207"/>
                </a:cubicBezTo>
                <a:cubicBezTo>
                  <a:pt x="1045975" y="5190"/>
                  <a:pt x="1463449" y="57701"/>
                  <a:pt x="1629537" y="8954"/>
                </a:cubicBezTo>
                <a:cubicBezTo>
                  <a:pt x="1795624" y="-39793"/>
                  <a:pt x="1990433" y="36473"/>
                  <a:pt x="2155381" y="11843"/>
                </a:cubicBezTo>
                <a:cubicBezTo>
                  <a:pt x="2320329" y="-12787"/>
                  <a:pt x="2481360" y="68114"/>
                  <a:pt x="2681224" y="14732"/>
                </a:cubicBezTo>
                <a:cubicBezTo>
                  <a:pt x="2881088" y="-38650"/>
                  <a:pt x="3214681" y="45324"/>
                  <a:pt x="3363087" y="18479"/>
                </a:cubicBezTo>
                <a:cubicBezTo>
                  <a:pt x="3511492" y="-8366"/>
                  <a:pt x="3699834" y="61664"/>
                  <a:pt x="3836924" y="21082"/>
                </a:cubicBezTo>
                <a:cubicBezTo>
                  <a:pt x="3974014" y="-19500"/>
                  <a:pt x="4332975" y="71757"/>
                  <a:pt x="4518787" y="24828"/>
                </a:cubicBezTo>
                <a:cubicBezTo>
                  <a:pt x="4704599" y="-22101"/>
                  <a:pt x="4860250" y="105652"/>
                  <a:pt x="5200650" y="28575"/>
                </a:cubicBezTo>
                <a:lnTo>
                  <a:pt x="5200650" y="28575"/>
                </a:lnTo>
              </a:path>
            </a:pathLst>
          </a:custGeom>
          <a:noFill/>
          <a:ln w="28575">
            <a:solidFill>
              <a:srgbClr val="6C728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00650"/>
                      <a:gd name="connsiteY0" fmla="*/ 0 h 28575"/>
                      <a:gd name="connsiteX1" fmla="*/ 5200650 w 5200650"/>
                      <a:gd name="connsiteY1" fmla="*/ 28575 h 28575"/>
                      <a:gd name="connsiteX2" fmla="*/ 5200650 w 5200650"/>
                      <a:gd name="connsiteY2" fmla="*/ 28575 h 28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5200650" h="28575">
                        <a:moveTo>
                          <a:pt x="0" y="0"/>
                        </a:moveTo>
                        <a:lnTo>
                          <a:pt x="5200650" y="28575"/>
                        </a:lnTo>
                        <a:lnTo>
                          <a:pt x="5200650" y="28575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DE0D423B-ECBB-EB54-08D4-993C274E351C}"/>
              </a:ext>
            </a:extLst>
          </p:cNvPr>
          <p:cNvSpPr/>
          <p:nvPr/>
        </p:nvSpPr>
        <p:spPr>
          <a:xfrm>
            <a:off x="4271963" y="2909888"/>
            <a:ext cx="5200650" cy="28575"/>
          </a:xfrm>
          <a:custGeom>
            <a:avLst/>
            <a:gdLst>
              <a:gd name="connsiteX0" fmla="*/ 0 w 5200650"/>
              <a:gd name="connsiteY0" fmla="*/ 0 h 28575"/>
              <a:gd name="connsiteX1" fmla="*/ 525844 w 5200650"/>
              <a:gd name="connsiteY1" fmla="*/ 2889 h 28575"/>
              <a:gd name="connsiteX2" fmla="*/ 947674 w 5200650"/>
              <a:gd name="connsiteY2" fmla="*/ 5207 h 28575"/>
              <a:gd name="connsiteX3" fmla="*/ 1629537 w 5200650"/>
              <a:gd name="connsiteY3" fmla="*/ 8954 h 28575"/>
              <a:gd name="connsiteX4" fmla="*/ 2155381 w 5200650"/>
              <a:gd name="connsiteY4" fmla="*/ 11843 h 28575"/>
              <a:gd name="connsiteX5" fmla="*/ 2681224 w 5200650"/>
              <a:gd name="connsiteY5" fmla="*/ 14732 h 28575"/>
              <a:gd name="connsiteX6" fmla="*/ 3363087 w 5200650"/>
              <a:gd name="connsiteY6" fmla="*/ 18479 h 28575"/>
              <a:gd name="connsiteX7" fmla="*/ 3836924 w 5200650"/>
              <a:gd name="connsiteY7" fmla="*/ 21082 h 28575"/>
              <a:gd name="connsiteX8" fmla="*/ 4518787 w 5200650"/>
              <a:gd name="connsiteY8" fmla="*/ 24828 h 28575"/>
              <a:gd name="connsiteX9" fmla="*/ 5200650 w 5200650"/>
              <a:gd name="connsiteY9" fmla="*/ 28575 h 28575"/>
              <a:gd name="connsiteX10" fmla="*/ 5200650 w 5200650"/>
              <a:gd name="connsiteY10" fmla="*/ 28575 h 28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00650" h="28575" extrusionOk="0">
                <a:moveTo>
                  <a:pt x="0" y="0"/>
                </a:moveTo>
                <a:cubicBezTo>
                  <a:pt x="157333" y="-56969"/>
                  <a:pt x="341669" y="48842"/>
                  <a:pt x="525844" y="2889"/>
                </a:cubicBezTo>
                <a:cubicBezTo>
                  <a:pt x="710019" y="-43064"/>
                  <a:pt x="849373" y="5224"/>
                  <a:pt x="947674" y="5207"/>
                </a:cubicBezTo>
                <a:cubicBezTo>
                  <a:pt x="1045975" y="5190"/>
                  <a:pt x="1463449" y="57701"/>
                  <a:pt x="1629537" y="8954"/>
                </a:cubicBezTo>
                <a:cubicBezTo>
                  <a:pt x="1795624" y="-39793"/>
                  <a:pt x="1990433" y="36473"/>
                  <a:pt x="2155381" y="11843"/>
                </a:cubicBezTo>
                <a:cubicBezTo>
                  <a:pt x="2320329" y="-12787"/>
                  <a:pt x="2481360" y="68114"/>
                  <a:pt x="2681224" y="14732"/>
                </a:cubicBezTo>
                <a:cubicBezTo>
                  <a:pt x="2881088" y="-38650"/>
                  <a:pt x="3214681" y="45324"/>
                  <a:pt x="3363087" y="18479"/>
                </a:cubicBezTo>
                <a:cubicBezTo>
                  <a:pt x="3511492" y="-8366"/>
                  <a:pt x="3699834" y="61664"/>
                  <a:pt x="3836924" y="21082"/>
                </a:cubicBezTo>
                <a:cubicBezTo>
                  <a:pt x="3974014" y="-19500"/>
                  <a:pt x="4332975" y="71757"/>
                  <a:pt x="4518787" y="24828"/>
                </a:cubicBezTo>
                <a:cubicBezTo>
                  <a:pt x="4704599" y="-22101"/>
                  <a:pt x="4860250" y="105652"/>
                  <a:pt x="5200650" y="28575"/>
                </a:cubicBezTo>
                <a:lnTo>
                  <a:pt x="5200650" y="28575"/>
                </a:lnTo>
              </a:path>
            </a:pathLst>
          </a:custGeom>
          <a:noFill/>
          <a:ln w="28575">
            <a:solidFill>
              <a:srgbClr val="B19EAC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00650"/>
                      <a:gd name="connsiteY0" fmla="*/ 0 h 28575"/>
                      <a:gd name="connsiteX1" fmla="*/ 5200650 w 5200650"/>
                      <a:gd name="connsiteY1" fmla="*/ 28575 h 28575"/>
                      <a:gd name="connsiteX2" fmla="*/ 5200650 w 5200650"/>
                      <a:gd name="connsiteY2" fmla="*/ 28575 h 28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5200650" h="28575">
                        <a:moveTo>
                          <a:pt x="0" y="0"/>
                        </a:moveTo>
                        <a:lnTo>
                          <a:pt x="5200650" y="28575"/>
                        </a:lnTo>
                        <a:lnTo>
                          <a:pt x="5200650" y="28575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747434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20901</TotalTime>
  <Words>1</Words>
  <Application>Microsoft Macintosh PowerPoint</Application>
  <PresentationFormat>Widescreen</PresentationFormat>
  <Paragraphs>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Korpi-Lagg Maarit</dc:creator>
  <cp:lastModifiedBy>Korpi-Lagg Maarit</cp:lastModifiedBy>
  <cp:revision>5</cp:revision>
  <dcterms:created xsi:type="dcterms:W3CDTF">2025-06-02T17:37:48Z</dcterms:created>
  <dcterms:modified xsi:type="dcterms:W3CDTF">2025-06-17T05:59:11Z</dcterms:modified>
</cp:coreProperties>
</file>